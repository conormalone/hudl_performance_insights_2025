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24"/>
  </p:notesMasterIdLst>
  <p:sldIdLst>
    <p:sldId id="256" r:id="rId2"/>
    <p:sldId id="262" r:id="rId3"/>
    <p:sldId id="260" r:id="rId4"/>
    <p:sldId id="264" r:id="rId5"/>
    <p:sldId id="275" r:id="rId6"/>
    <p:sldId id="261" r:id="rId7"/>
    <p:sldId id="268" r:id="rId8"/>
    <p:sldId id="259" r:id="rId9"/>
    <p:sldId id="266" r:id="rId10"/>
    <p:sldId id="278" r:id="rId11"/>
    <p:sldId id="269" r:id="rId12"/>
    <p:sldId id="272" r:id="rId13"/>
    <p:sldId id="271" r:id="rId14"/>
    <p:sldId id="273" r:id="rId15"/>
    <p:sldId id="280" r:id="rId16"/>
    <p:sldId id="277" r:id="rId17"/>
    <p:sldId id="281" r:id="rId18"/>
    <p:sldId id="279" r:id="rId19"/>
    <p:sldId id="265" r:id="rId20"/>
    <p:sldId id="274" r:id="rId21"/>
    <p:sldId id="276" r:id="rId22"/>
    <p:sldId id="267" r:id="rId23"/>
  </p:sldIdLst>
  <p:sldSz cx="9144000" cy="5143500" type="screen16x9"/>
  <p:notesSz cx="6858000" cy="9144000"/>
  <p:embeddedFontLst>
    <p:embeddedFont>
      <p:font typeface="Aptos Narrow" panose="020B0004020202020204" pitchFamily="34" charset="0"/>
      <p:regular r:id="rId25"/>
      <p:bold r:id="rId26"/>
      <p:italic r:id="rId27"/>
      <p:boldItalic r:id="rId28"/>
    </p:embeddedFont>
    <p:embeddedFont>
      <p:font typeface="Barlow" panose="00000500000000000000" pitchFamily="2" charset="0"/>
      <p:regular r:id="rId29"/>
      <p:bold r:id="rId30"/>
      <p:italic r:id="rId31"/>
      <p:boldItalic r:id="rId32"/>
    </p:embeddedFont>
    <p:embeddedFont>
      <p:font typeface="Barlow Condensed ExtraBold" panose="00000906000000000000" pitchFamily="2" charset="0"/>
      <p:bold r:id="rId33"/>
      <p:boldItalic r:id="rId34"/>
    </p:embeddedFont>
    <p:embeddedFont>
      <p:font typeface="Barlow Condensed Medium" panose="00000606000000000000" pitchFamily="2" charset="0"/>
      <p:regular r:id="rId35"/>
      <p:bold r:id="rId36"/>
      <p:italic r:id="rId37"/>
      <p:boldItalic r:id="rId38"/>
    </p:embeddedFont>
    <p:embeddedFont>
      <p:font typeface="Barlow ExtraLight" panose="00000300000000000000" pitchFamily="2" charset="0"/>
      <p:regular r:id="rId39"/>
      <p:bold r:id="rId40"/>
      <p:italic r:id="rId41"/>
      <p:boldItalic r:id="rId42"/>
    </p:embeddedFont>
    <p:embeddedFont>
      <p:font typeface="Barlow Medium" panose="00000600000000000000" pitchFamily="2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FC60DC-E8E8-4B94-81A1-B953CEBE74B4}" v="43" dt="2025-10-24T10:12:21.5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font" Target="fonts/font2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font" Target="fonts/font20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font" Target="fonts/font22.fntdata"/><Relationship Id="rId20" Type="http://schemas.openxmlformats.org/officeDocument/2006/relationships/slide" Target="slides/slide19.xml"/><Relationship Id="rId41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nor Malone" userId="3048dda972fb6b3a" providerId="LiveId" clId="{79598B32-72FD-4620-B8E9-3FE8111BA001}"/>
    <pc:docChg chg="undo custSel addSld delSld modSld sldOrd">
      <pc:chgData name="Conor Malone" userId="3048dda972fb6b3a" providerId="LiveId" clId="{79598B32-72FD-4620-B8E9-3FE8111BA001}" dt="2025-10-24T10:26:00.548" v="4954" actId="20577"/>
      <pc:docMkLst>
        <pc:docMk/>
      </pc:docMkLst>
      <pc:sldChg chg="delSp modSp mod modNotes">
        <pc:chgData name="Conor Malone" userId="3048dda972fb6b3a" providerId="LiveId" clId="{79598B32-72FD-4620-B8E9-3FE8111BA001}" dt="2025-10-24T09:17:57.181" v="3631" actId="21"/>
        <pc:sldMkLst>
          <pc:docMk/>
          <pc:sldMk cId="0" sldId="256"/>
        </pc:sldMkLst>
        <pc:spChg chg="del">
          <ac:chgData name="Conor Malone" userId="3048dda972fb6b3a" providerId="LiveId" clId="{79598B32-72FD-4620-B8E9-3FE8111BA001}" dt="2025-10-24T09:17:57.181" v="3631" actId="21"/>
          <ac:spMkLst>
            <pc:docMk/>
            <pc:sldMk cId="0" sldId="256"/>
            <ac:spMk id="21" creationId="{00000000-0000-0000-0000-000000000000}"/>
          </ac:spMkLst>
        </pc:spChg>
        <pc:spChg chg="mod">
          <ac:chgData name="Conor Malone" userId="3048dda972fb6b3a" providerId="LiveId" clId="{79598B32-72FD-4620-B8E9-3FE8111BA001}" dt="2025-10-22T12:46:37.178" v="3592" actId="20577"/>
          <ac:spMkLst>
            <pc:docMk/>
            <pc:sldMk cId="0" sldId="256"/>
            <ac:spMk id="22" creationId="{00000000-0000-0000-0000-000000000000}"/>
          </ac:spMkLst>
        </pc:spChg>
      </pc:sldChg>
      <pc:sldChg chg="addSp delSp modSp mod ord">
        <pc:chgData name="Conor Malone" userId="3048dda972fb6b3a" providerId="LiveId" clId="{79598B32-72FD-4620-B8E9-3FE8111BA001}" dt="2025-10-24T09:46:44.903" v="3855" actId="113"/>
        <pc:sldMkLst>
          <pc:docMk/>
          <pc:sldMk cId="0" sldId="259"/>
        </pc:sldMkLst>
        <pc:spChg chg="add mod">
          <ac:chgData name="Conor Malone" userId="3048dda972fb6b3a" providerId="LiveId" clId="{79598B32-72FD-4620-B8E9-3FE8111BA001}" dt="2025-10-24T09:46:44.903" v="3855" actId="113"/>
          <ac:spMkLst>
            <pc:docMk/>
            <pc:sldMk cId="0" sldId="259"/>
            <ac:spMk id="4" creationId="{BCD9B49A-38AC-2CE5-72E5-F63D334BC9CE}"/>
          </ac:spMkLst>
        </pc:spChg>
        <pc:spChg chg="mod">
          <ac:chgData name="Conor Malone" userId="3048dda972fb6b3a" providerId="LiveId" clId="{79598B32-72FD-4620-B8E9-3FE8111BA001}" dt="2025-10-17T10:48:52.365" v="460" actId="1076"/>
          <ac:spMkLst>
            <pc:docMk/>
            <pc:sldMk cId="0" sldId="259"/>
            <ac:spMk id="63" creationId="{00000000-0000-0000-0000-000000000000}"/>
          </ac:spMkLst>
        </pc:spChg>
        <pc:spChg chg="mod">
          <ac:chgData name="Conor Malone" userId="3048dda972fb6b3a" providerId="LiveId" clId="{79598B32-72FD-4620-B8E9-3FE8111BA001}" dt="2025-10-17T10:48:45.339" v="459" actId="20577"/>
          <ac:spMkLst>
            <pc:docMk/>
            <pc:sldMk cId="0" sldId="259"/>
            <ac:spMk id="64" creationId="{00000000-0000-0000-0000-000000000000}"/>
          </ac:spMkLst>
        </pc:spChg>
      </pc:sldChg>
      <pc:sldChg chg="addSp delSp modSp mod modNotes">
        <pc:chgData name="Conor Malone" userId="3048dda972fb6b3a" providerId="LiveId" clId="{79598B32-72FD-4620-B8E9-3FE8111BA001}" dt="2025-10-20T08:22:14.678" v="2740" actId="20577"/>
        <pc:sldMkLst>
          <pc:docMk/>
          <pc:sldMk cId="0" sldId="260"/>
        </pc:sldMkLst>
        <pc:spChg chg="mod">
          <ac:chgData name="Conor Malone" userId="3048dda972fb6b3a" providerId="LiveId" clId="{79598B32-72FD-4620-B8E9-3FE8111BA001}" dt="2025-10-20T08:22:14.678" v="2740" actId="20577"/>
          <ac:spMkLst>
            <pc:docMk/>
            <pc:sldMk cId="0" sldId="260"/>
            <ac:spMk id="70" creationId="{00000000-0000-0000-0000-000000000000}"/>
          </ac:spMkLst>
        </pc:spChg>
        <pc:picChg chg="add mod">
          <ac:chgData name="Conor Malone" userId="3048dda972fb6b3a" providerId="LiveId" clId="{79598B32-72FD-4620-B8E9-3FE8111BA001}" dt="2025-10-17T09:46:06.888" v="6" actId="1076"/>
          <ac:picMkLst>
            <pc:docMk/>
            <pc:sldMk cId="0" sldId="260"/>
            <ac:picMk id="3" creationId="{7BB04024-C7BC-3C26-4602-48C8F4F27D37}"/>
          </ac:picMkLst>
        </pc:picChg>
      </pc:sldChg>
      <pc:sldChg chg="addSp delSp modSp mod ord modNotes">
        <pc:chgData name="Conor Malone" userId="3048dda972fb6b3a" providerId="LiveId" clId="{79598B32-72FD-4620-B8E9-3FE8111BA001}" dt="2025-10-24T09:41:19.603" v="3739" actId="20577"/>
        <pc:sldMkLst>
          <pc:docMk/>
          <pc:sldMk cId="0" sldId="261"/>
        </pc:sldMkLst>
        <pc:spChg chg="mod">
          <ac:chgData name="Conor Malone" userId="3048dda972fb6b3a" providerId="LiveId" clId="{79598B32-72FD-4620-B8E9-3FE8111BA001}" dt="2025-10-24T09:41:19.603" v="3739" actId="20577"/>
          <ac:spMkLst>
            <pc:docMk/>
            <pc:sldMk cId="0" sldId="261"/>
            <ac:spMk id="79" creationId="{00000000-0000-0000-0000-000000000000}"/>
          </ac:spMkLst>
        </pc:spChg>
        <pc:spChg chg="mod">
          <ac:chgData name="Conor Malone" userId="3048dda972fb6b3a" providerId="LiveId" clId="{79598B32-72FD-4620-B8E9-3FE8111BA001}" dt="2025-10-20T10:55:42.083" v="3265" actId="20577"/>
          <ac:spMkLst>
            <pc:docMk/>
            <pc:sldMk cId="0" sldId="261"/>
            <ac:spMk id="80" creationId="{00000000-0000-0000-0000-000000000000}"/>
          </ac:spMkLst>
        </pc:spChg>
        <pc:picChg chg="add mod">
          <ac:chgData name="Conor Malone" userId="3048dda972fb6b3a" providerId="LiveId" clId="{79598B32-72FD-4620-B8E9-3FE8111BA001}" dt="2025-10-18T09:06:14.115" v="2100" actId="14100"/>
          <ac:picMkLst>
            <pc:docMk/>
            <pc:sldMk cId="0" sldId="261"/>
            <ac:picMk id="4" creationId="{0193303F-26BB-930D-71B1-6BD7B2CA80B4}"/>
          </ac:picMkLst>
        </pc:picChg>
        <pc:picChg chg="add mod">
          <ac:chgData name="Conor Malone" userId="3048dda972fb6b3a" providerId="LiveId" clId="{79598B32-72FD-4620-B8E9-3FE8111BA001}" dt="2025-10-18T09:02:50.117" v="2003" actId="1076"/>
          <ac:picMkLst>
            <pc:docMk/>
            <pc:sldMk cId="0" sldId="261"/>
            <ac:picMk id="5" creationId="{1530BF6E-9355-A681-C02E-6ED272166BAE}"/>
          </ac:picMkLst>
        </pc:picChg>
      </pc:sldChg>
      <pc:sldChg chg="addSp modSp mod ord modNotes">
        <pc:chgData name="Conor Malone" userId="3048dda972fb6b3a" providerId="LiveId" clId="{79598B32-72FD-4620-B8E9-3FE8111BA001}" dt="2025-10-24T09:19:00.360" v="3638" actId="20577"/>
        <pc:sldMkLst>
          <pc:docMk/>
          <pc:sldMk cId="0" sldId="262"/>
        </pc:sldMkLst>
        <pc:spChg chg="add mod">
          <ac:chgData name="Conor Malone" userId="3048dda972fb6b3a" providerId="LiveId" clId="{79598B32-72FD-4620-B8E9-3FE8111BA001}" dt="2025-10-24T09:18:02.338" v="3633" actId="1076"/>
          <ac:spMkLst>
            <pc:docMk/>
            <pc:sldMk cId="0" sldId="262"/>
            <ac:spMk id="21" creationId="{00000000-0000-0000-0000-000000000000}"/>
          </ac:spMkLst>
        </pc:spChg>
        <pc:spChg chg="mod">
          <ac:chgData name="Conor Malone" userId="3048dda972fb6b3a" providerId="LiveId" clId="{79598B32-72FD-4620-B8E9-3FE8111BA001}" dt="2025-10-24T09:19:00.360" v="3638" actId="20577"/>
          <ac:spMkLst>
            <pc:docMk/>
            <pc:sldMk cId="0" sldId="262"/>
            <ac:spMk id="87" creationId="{00000000-0000-0000-0000-000000000000}"/>
          </ac:spMkLst>
        </pc:spChg>
        <pc:picChg chg="mod">
          <ac:chgData name="Conor Malone" userId="3048dda972fb6b3a" providerId="LiveId" clId="{79598B32-72FD-4620-B8E9-3FE8111BA001}" dt="2025-10-20T10:51:23.508" v="2931" actId="1076"/>
          <ac:picMkLst>
            <pc:docMk/>
            <pc:sldMk cId="0" sldId="262"/>
            <ac:picMk id="86" creationId="{00000000-0000-0000-0000-000000000000}"/>
          </ac:picMkLst>
        </pc:picChg>
      </pc:sldChg>
      <pc:sldChg chg="addSp delSp modSp mod ord">
        <pc:chgData name="Conor Malone" userId="3048dda972fb6b3a" providerId="LiveId" clId="{79598B32-72FD-4620-B8E9-3FE8111BA001}" dt="2025-10-24T09:39:00.476" v="3664" actId="20577"/>
        <pc:sldMkLst>
          <pc:docMk/>
          <pc:sldMk cId="0" sldId="264"/>
        </pc:sldMkLst>
        <pc:spChg chg="add mod">
          <ac:chgData name="Conor Malone" userId="3048dda972fb6b3a" providerId="LiveId" clId="{79598B32-72FD-4620-B8E9-3FE8111BA001}" dt="2025-10-24T09:39:00.476" v="3664" actId="20577"/>
          <ac:spMkLst>
            <pc:docMk/>
            <pc:sldMk cId="0" sldId="264"/>
            <ac:spMk id="5" creationId="{EABF2B6C-3229-8D55-DD3C-1FB63905CE8F}"/>
          </ac:spMkLst>
        </pc:spChg>
        <pc:spChg chg="mod">
          <ac:chgData name="Conor Malone" userId="3048dda972fb6b3a" providerId="LiveId" clId="{79598B32-72FD-4620-B8E9-3FE8111BA001}" dt="2025-10-17T11:02:19.531" v="500" actId="20577"/>
          <ac:spMkLst>
            <pc:docMk/>
            <pc:sldMk cId="0" sldId="264"/>
            <ac:spMk id="107" creationId="{00000000-0000-0000-0000-000000000000}"/>
          </ac:spMkLst>
        </pc:spChg>
      </pc:sldChg>
      <pc:sldChg chg="addSp modSp mod ord">
        <pc:chgData name="Conor Malone" userId="3048dda972fb6b3a" providerId="LiveId" clId="{79598B32-72FD-4620-B8E9-3FE8111BA001}" dt="2025-10-20T09:52:58.665" v="2870"/>
        <pc:sldMkLst>
          <pc:docMk/>
          <pc:sldMk cId="0" sldId="265"/>
        </pc:sldMkLst>
        <pc:picChg chg="add mod">
          <ac:chgData name="Conor Malone" userId="3048dda972fb6b3a" providerId="LiveId" clId="{79598B32-72FD-4620-B8E9-3FE8111BA001}" dt="2025-10-17T10:23:42.926" v="276" actId="14100"/>
          <ac:picMkLst>
            <pc:docMk/>
            <pc:sldMk cId="0" sldId="265"/>
            <ac:picMk id="3" creationId="{1F043BAC-7B71-998D-B899-D0D84DD7D4D0}"/>
          </ac:picMkLst>
        </pc:picChg>
      </pc:sldChg>
      <pc:sldChg chg="modSp mod ord modNotes">
        <pc:chgData name="Conor Malone" userId="3048dda972fb6b3a" providerId="LiveId" clId="{79598B32-72FD-4620-B8E9-3FE8111BA001}" dt="2025-10-17T12:23:46.281" v="862" actId="1076"/>
        <pc:sldMkLst>
          <pc:docMk/>
          <pc:sldMk cId="0" sldId="266"/>
        </pc:sldMkLst>
        <pc:spChg chg="mod">
          <ac:chgData name="Conor Malone" userId="3048dda972fb6b3a" providerId="LiveId" clId="{79598B32-72FD-4620-B8E9-3FE8111BA001}" dt="2025-10-17T12:23:43.857" v="861" actId="255"/>
          <ac:spMkLst>
            <pc:docMk/>
            <pc:sldMk cId="0" sldId="266"/>
            <ac:spMk id="121" creationId="{00000000-0000-0000-0000-000000000000}"/>
          </ac:spMkLst>
        </pc:spChg>
        <pc:picChg chg="mod">
          <ac:chgData name="Conor Malone" userId="3048dda972fb6b3a" providerId="LiveId" clId="{79598B32-72FD-4620-B8E9-3FE8111BA001}" dt="2025-10-17T12:23:46.281" v="862" actId="1076"/>
          <ac:picMkLst>
            <pc:docMk/>
            <pc:sldMk cId="0" sldId="266"/>
            <ac:picMk id="119" creationId="{00000000-0000-0000-0000-000000000000}"/>
          </ac:picMkLst>
        </pc:picChg>
      </pc:sldChg>
      <pc:sldChg chg="modSp mod">
        <pc:chgData name="Conor Malone" userId="3048dda972fb6b3a" providerId="LiveId" clId="{79598B32-72FD-4620-B8E9-3FE8111BA001}" dt="2025-10-17T13:52:56.691" v="1729" actId="20577"/>
        <pc:sldMkLst>
          <pc:docMk/>
          <pc:sldMk cId="0" sldId="267"/>
        </pc:sldMkLst>
        <pc:spChg chg="mod">
          <ac:chgData name="Conor Malone" userId="3048dda972fb6b3a" providerId="LiveId" clId="{79598B32-72FD-4620-B8E9-3FE8111BA001}" dt="2025-10-17T13:52:56.691" v="1729" actId="20577"/>
          <ac:spMkLst>
            <pc:docMk/>
            <pc:sldMk cId="0" sldId="267"/>
            <ac:spMk id="127" creationId="{00000000-0000-0000-0000-000000000000}"/>
          </ac:spMkLst>
        </pc:spChg>
        <pc:picChg chg="mod">
          <ac:chgData name="Conor Malone" userId="3048dda972fb6b3a" providerId="LiveId" clId="{79598B32-72FD-4620-B8E9-3FE8111BA001}" dt="2025-10-17T13:52:27.663" v="1697" actId="1076"/>
          <ac:picMkLst>
            <pc:docMk/>
            <pc:sldMk cId="0" sldId="267"/>
            <ac:picMk id="126" creationId="{00000000-0000-0000-0000-000000000000}"/>
          </ac:picMkLst>
        </pc:picChg>
      </pc:sldChg>
      <pc:sldChg chg="addSp delSp modSp add mod ord">
        <pc:chgData name="Conor Malone" userId="3048dda972fb6b3a" providerId="LiveId" clId="{79598B32-72FD-4620-B8E9-3FE8111BA001}" dt="2025-10-24T09:41:56.907" v="3745" actId="113"/>
        <pc:sldMkLst>
          <pc:docMk/>
          <pc:sldMk cId="503857398" sldId="268"/>
        </pc:sldMkLst>
        <pc:spChg chg="mod">
          <ac:chgData name="Conor Malone" userId="3048dda972fb6b3a" providerId="LiveId" clId="{79598B32-72FD-4620-B8E9-3FE8111BA001}" dt="2025-10-24T09:41:56.907" v="3745" actId="113"/>
          <ac:spMkLst>
            <pc:docMk/>
            <pc:sldMk cId="503857398" sldId="268"/>
            <ac:spMk id="63" creationId="{627D8B3D-7CE9-E799-97AD-A92327B8FA30}"/>
          </ac:spMkLst>
        </pc:spChg>
        <pc:spChg chg="mod">
          <ac:chgData name="Conor Malone" userId="3048dda972fb6b3a" providerId="LiveId" clId="{79598B32-72FD-4620-B8E9-3FE8111BA001}" dt="2025-10-17T10:49:10.058" v="478" actId="20577"/>
          <ac:spMkLst>
            <pc:docMk/>
            <pc:sldMk cId="503857398" sldId="268"/>
            <ac:spMk id="64" creationId="{CAEB811F-02AC-36C5-48FF-3C72D946A37E}"/>
          </ac:spMkLst>
        </pc:spChg>
        <pc:graphicFrameChg chg="add mod modGraphic">
          <ac:chgData name="Conor Malone" userId="3048dda972fb6b3a" providerId="LiveId" clId="{79598B32-72FD-4620-B8E9-3FE8111BA001}" dt="2025-10-20T08:31:46.756" v="2745" actId="113"/>
          <ac:graphicFrameMkLst>
            <pc:docMk/>
            <pc:sldMk cId="503857398" sldId="268"/>
            <ac:graphicFrameMk id="3" creationId="{1F5AD077-C33B-32A7-95E9-2B5CC755AEA0}"/>
          </ac:graphicFrameMkLst>
        </pc:graphicFrameChg>
      </pc:sldChg>
      <pc:sldChg chg="addSp modSp add mod ord">
        <pc:chgData name="Conor Malone" userId="3048dda972fb6b3a" providerId="LiveId" clId="{79598B32-72FD-4620-B8E9-3FE8111BA001}" dt="2025-10-24T09:49:26.726" v="4050" actId="20577"/>
        <pc:sldMkLst>
          <pc:docMk/>
          <pc:sldMk cId="1535500087" sldId="269"/>
        </pc:sldMkLst>
        <pc:spChg chg="add">
          <ac:chgData name="Conor Malone" userId="3048dda972fb6b3a" providerId="LiveId" clId="{79598B32-72FD-4620-B8E9-3FE8111BA001}" dt="2025-10-24T09:48:44.928" v="3868"/>
          <ac:spMkLst>
            <pc:docMk/>
            <pc:sldMk cId="1535500087" sldId="269"/>
            <ac:spMk id="2" creationId="{D43C30CE-6331-24B7-9C30-6C035DB07780}"/>
          </ac:spMkLst>
        </pc:spChg>
        <pc:spChg chg="add">
          <ac:chgData name="Conor Malone" userId="3048dda972fb6b3a" providerId="LiveId" clId="{79598B32-72FD-4620-B8E9-3FE8111BA001}" dt="2025-10-24T09:48:47.338" v="3869"/>
          <ac:spMkLst>
            <pc:docMk/>
            <pc:sldMk cId="1535500087" sldId="269"/>
            <ac:spMk id="3" creationId="{7C6D7B7B-011D-4300-ED62-2D722254AE8C}"/>
          </ac:spMkLst>
        </pc:spChg>
        <pc:spChg chg="add">
          <ac:chgData name="Conor Malone" userId="3048dda972fb6b3a" providerId="LiveId" clId="{79598B32-72FD-4620-B8E9-3FE8111BA001}" dt="2025-10-24T09:48:51.439" v="3877"/>
          <ac:spMkLst>
            <pc:docMk/>
            <pc:sldMk cId="1535500087" sldId="269"/>
            <ac:spMk id="4" creationId="{A2A9D2AF-DDCF-0185-C8FE-890C38BE46A7}"/>
          </ac:spMkLst>
        </pc:spChg>
        <pc:spChg chg="mod">
          <ac:chgData name="Conor Malone" userId="3048dda972fb6b3a" providerId="LiveId" clId="{79598B32-72FD-4620-B8E9-3FE8111BA001}" dt="2025-10-24T09:49:26.726" v="4050" actId="20577"/>
          <ac:spMkLst>
            <pc:docMk/>
            <pc:sldMk cId="1535500087" sldId="269"/>
            <ac:spMk id="5" creationId="{CBDFC719-4909-8FF9-B222-859979B0C9F0}"/>
          </ac:spMkLst>
        </pc:spChg>
        <pc:spChg chg="mod">
          <ac:chgData name="Conor Malone" userId="3048dda972fb6b3a" providerId="LiveId" clId="{79598B32-72FD-4620-B8E9-3FE8111BA001}" dt="2025-10-19T13:59:50.906" v="2334" actId="20577"/>
          <ac:spMkLst>
            <pc:docMk/>
            <pc:sldMk cId="1535500087" sldId="269"/>
            <ac:spMk id="107" creationId="{A76167B7-1166-90E1-2D67-8A10C9ECFF87}"/>
          </ac:spMkLst>
        </pc:spChg>
      </pc:sldChg>
      <pc:sldChg chg="addSp delSp modSp add mod ord">
        <pc:chgData name="Conor Malone" userId="3048dda972fb6b3a" providerId="LiveId" clId="{79598B32-72FD-4620-B8E9-3FE8111BA001}" dt="2025-10-24T09:55:12.776" v="4462" actId="20577"/>
        <pc:sldMkLst>
          <pc:docMk/>
          <pc:sldMk cId="3209863857" sldId="271"/>
        </pc:sldMkLst>
        <pc:spChg chg="mod">
          <ac:chgData name="Conor Malone" userId="3048dda972fb6b3a" providerId="LiveId" clId="{79598B32-72FD-4620-B8E9-3FE8111BA001}" dt="2025-10-24T09:55:12.776" v="4462" actId="20577"/>
          <ac:spMkLst>
            <pc:docMk/>
            <pc:sldMk cId="3209863857" sldId="271"/>
            <ac:spMk id="79" creationId="{AE6E0D07-782E-39F7-D9D2-553389F75631}"/>
          </ac:spMkLst>
        </pc:spChg>
        <pc:spChg chg="mod">
          <ac:chgData name="Conor Malone" userId="3048dda972fb6b3a" providerId="LiveId" clId="{79598B32-72FD-4620-B8E9-3FE8111BA001}" dt="2025-10-24T09:53:10.485" v="4205" actId="20577"/>
          <ac:spMkLst>
            <pc:docMk/>
            <pc:sldMk cId="3209863857" sldId="271"/>
            <ac:spMk id="80" creationId="{0DF8A4C3-3329-403A-8AF9-EF1970E36090}"/>
          </ac:spMkLst>
        </pc:spChg>
        <pc:picChg chg="add mod">
          <ac:chgData name="Conor Malone" userId="3048dda972fb6b3a" providerId="LiveId" clId="{79598B32-72FD-4620-B8E9-3FE8111BA001}" dt="2025-10-17T12:31:33.015" v="1196" actId="1076"/>
          <ac:picMkLst>
            <pc:docMk/>
            <pc:sldMk cId="3209863857" sldId="271"/>
            <ac:picMk id="4" creationId="{A5CEA3E9-2B1C-E31D-6B5D-0FEB6DB5A344}"/>
          </ac:picMkLst>
        </pc:picChg>
      </pc:sldChg>
      <pc:sldChg chg="addSp delSp modSp add mod ord">
        <pc:chgData name="Conor Malone" userId="3048dda972fb6b3a" providerId="LiveId" clId="{79598B32-72FD-4620-B8E9-3FE8111BA001}" dt="2025-10-24T09:52:04.341" v="4165" actId="20577"/>
        <pc:sldMkLst>
          <pc:docMk/>
          <pc:sldMk cId="4044537817" sldId="272"/>
        </pc:sldMkLst>
        <pc:spChg chg="mod">
          <ac:chgData name="Conor Malone" userId="3048dda972fb6b3a" providerId="LiveId" clId="{79598B32-72FD-4620-B8E9-3FE8111BA001}" dt="2025-10-24T09:52:04.341" v="4165" actId="20577"/>
          <ac:spMkLst>
            <pc:docMk/>
            <pc:sldMk cId="4044537817" sldId="272"/>
            <ac:spMk id="5" creationId="{7E398F54-5E4B-FC68-67A0-D67B64650073}"/>
          </ac:spMkLst>
        </pc:spChg>
        <pc:spChg chg="mod">
          <ac:chgData name="Conor Malone" userId="3048dda972fb6b3a" providerId="LiveId" clId="{79598B32-72FD-4620-B8E9-3FE8111BA001}" dt="2025-10-24T09:50:40.549" v="4078" actId="20577"/>
          <ac:spMkLst>
            <pc:docMk/>
            <pc:sldMk cId="4044537817" sldId="272"/>
            <ac:spMk id="107" creationId="{2E4E7D9C-4ACC-367C-7E59-54E993442411}"/>
          </ac:spMkLst>
        </pc:spChg>
        <pc:graphicFrameChg chg="add mod">
          <ac:chgData name="Conor Malone" userId="3048dda972fb6b3a" providerId="LiveId" clId="{79598B32-72FD-4620-B8E9-3FE8111BA001}" dt="2025-10-24T09:51:37.289" v="4091"/>
          <ac:graphicFrameMkLst>
            <pc:docMk/>
            <pc:sldMk cId="4044537817" sldId="272"/>
            <ac:graphicFrameMk id="3" creationId="{53C89CFF-BCF0-CA94-9711-E2CA5040F0AB}"/>
          </ac:graphicFrameMkLst>
        </pc:graphicFrameChg>
      </pc:sldChg>
      <pc:sldChg chg="addSp delSp modSp add mod">
        <pc:chgData name="Conor Malone" userId="3048dda972fb6b3a" providerId="LiveId" clId="{79598B32-72FD-4620-B8E9-3FE8111BA001}" dt="2025-10-24T10:19:29.462" v="4941" actId="20577"/>
        <pc:sldMkLst>
          <pc:docMk/>
          <pc:sldMk cId="3899393830" sldId="273"/>
        </pc:sldMkLst>
        <pc:spChg chg="mod">
          <ac:chgData name="Conor Malone" userId="3048dda972fb6b3a" providerId="LiveId" clId="{79598B32-72FD-4620-B8E9-3FE8111BA001}" dt="2025-10-24T10:19:29.462" v="4941" actId="20577"/>
          <ac:spMkLst>
            <pc:docMk/>
            <pc:sldMk cId="3899393830" sldId="273"/>
            <ac:spMk id="5" creationId="{D64C391B-E9B5-4F56-C9C2-91519D890E13}"/>
          </ac:spMkLst>
        </pc:spChg>
        <pc:spChg chg="mod">
          <ac:chgData name="Conor Malone" userId="3048dda972fb6b3a" providerId="LiveId" clId="{79598B32-72FD-4620-B8E9-3FE8111BA001}" dt="2025-10-17T12:46:05.789" v="1532" actId="20577"/>
          <ac:spMkLst>
            <pc:docMk/>
            <pc:sldMk cId="3899393830" sldId="273"/>
            <ac:spMk id="107" creationId="{88108ADA-7BB0-EF24-005E-E3764F5981DD}"/>
          </ac:spMkLst>
        </pc:spChg>
        <pc:picChg chg="add mod">
          <ac:chgData name="Conor Malone" userId="3048dda972fb6b3a" providerId="LiveId" clId="{79598B32-72FD-4620-B8E9-3FE8111BA001}" dt="2025-10-21T15:00:07.383" v="3482" actId="1076"/>
          <ac:picMkLst>
            <pc:docMk/>
            <pc:sldMk cId="3899393830" sldId="273"/>
            <ac:picMk id="4" creationId="{98670BDF-3D5A-D256-A708-C6CC05E21E49}"/>
          </ac:picMkLst>
        </pc:picChg>
      </pc:sldChg>
      <pc:sldChg chg="delSp modSp add mod ord">
        <pc:chgData name="Conor Malone" userId="3048dda972fb6b3a" providerId="LiveId" clId="{79598B32-72FD-4620-B8E9-3FE8111BA001}" dt="2025-10-24T10:15:52.504" v="4827" actId="20577"/>
        <pc:sldMkLst>
          <pc:docMk/>
          <pc:sldMk cId="2236414089" sldId="274"/>
        </pc:sldMkLst>
        <pc:spChg chg="mod">
          <ac:chgData name="Conor Malone" userId="3048dda972fb6b3a" providerId="LiveId" clId="{79598B32-72FD-4620-B8E9-3FE8111BA001}" dt="2025-10-24T10:15:52.504" v="4827" actId="20577"/>
          <ac:spMkLst>
            <pc:docMk/>
            <pc:sldMk cId="2236414089" sldId="274"/>
            <ac:spMk id="4" creationId="{B14BD3CA-761A-5AFD-1802-9F057B13FF51}"/>
          </ac:spMkLst>
        </pc:spChg>
        <pc:spChg chg="mod">
          <ac:chgData name="Conor Malone" userId="3048dda972fb6b3a" providerId="LiveId" clId="{79598B32-72FD-4620-B8E9-3FE8111BA001}" dt="2025-10-24T10:14:13.508" v="4719" actId="20577"/>
          <ac:spMkLst>
            <pc:docMk/>
            <pc:sldMk cId="2236414089" sldId="274"/>
            <ac:spMk id="64" creationId="{60ECFADF-ECED-C7F3-D6E5-211077FF7842}"/>
          </ac:spMkLst>
        </pc:spChg>
      </pc:sldChg>
      <pc:sldChg chg="addSp delSp modSp add mod ord">
        <pc:chgData name="Conor Malone" userId="3048dda972fb6b3a" providerId="LiveId" clId="{79598B32-72FD-4620-B8E9-3FE8111BA001}" dt="2025-10-24T09:40:54.635" v="3705" actId="20577"/>
        <pc:sldMkLst>
          <pc:docMk/>
          <pc:sldMk cId="850936425" sldId="275"/>
        </pc:sldMkLst>
        <pc:spChg chg="mod">
          <ac:chgData name="Conor Malone" userId="3048dda972fb6b3a" providerId="LiveId" clId="{79598B32-72FD-4620-B8E9-3FE8111BA001}" dt="2025-10-24T09:40:54.635" v="3705" actId="20577"/>
          <ac:spMkLst>
            <pc:docMk/>
            <pc:sldMk cId="850936425" sldId="275"/>
            <ac:spMk id="79" creationId="{CFF9012E-549A-C52C-AA2E-16B919A88661}"/>
          </ac:spMkLst>
        </pc:spChg>
        <pc:spChg chg="add del mod">
          <ac:chgData name="Conor Malone" userId="3048dda972fb6b3a" providerId="LiveId" clId="{79598B32-72FD-4620-B8E9-3FE8111BA001}" dt="2025-10-20T10:55:32.289" v="3249" actId="20577"/>
          <ac:spMkLst>
            <pc:docMk/>
            <pc:sldMk cId="850936425" sldId="275"/>
            <ac:spMk id="80" creationId="{0D884BB9-E7B6-6E3F-1E06-3DA0081CC542}"/>
          </ac:spMkLst>
        </pc:spChg>
        <pc:picChg chg="add mod">
          <ac:chgData name="Conor Malone" userId="3048dda972fb6b3a" providerId="LiveId" clId="{79598B32-72FD-4620-B8E9-3FE8111BA001}" dt="2025-10-18T09:00:13.167" v="1975"/>
          <ac:picMkLst>
            <pc:docMk/>
            <pc:sldMk cId="850936425" sldId="275"/>
            <ac:picMk id="2" creationId="{3AC816A2-8D61-3DAF-D498-F26641948091}"/>
          </ac:picMkLst>
        </pc:picChg>
      </pc:sldChg>
      <pc:sldChg chg="modSp add mod">
        <pc:chgData name="Conor Malone" userId="3048dda972fb6b3a" providerId="LiveId" clId="{79598B32-72FD-4620-B8E9-3FE8111BA001}" dt="2025-10-24T10:18:15.257" v="4911" actId="20577"/>
        <pc:sldMkLst>
          <pc:docMk/>
          <pc:sldMk cId="584335344" sldId="276"/>
        </pc:sldMkLst>
        <pc:spChg chg="mod">
          <ac:chgData name="Conor Malone" userId="3048dda972fb6b3a" providerId="LiveId" clId="{79598B32-72FD-4620-B8E9-3FE8111BA001}" dt="2025-10-24T10:18:15.257" v="4911" actId="20577"/>
          <ac:spMkLst>
            <pc:docMk/>
            <pc:sldMk cId="584335344" sldId="276"/>
            <ac:spMk id="4" creationId="{00070818-D16D-BD0B-D47B-AAA57F2FEAAA}"/>
          </ac:spMkLst>
        </pc:spChg>
        <pc:spChg chg="mod">
          <ac:chgData name="Conor Malone" userId="3048dda972fb6b3a" providerId="LiveId" clId="{79598B32-72FD-4620-B8E9-3FE8111BA001}" dt="2025-10-19T14:16:51.338" v="2449" actId="20577"/>
          <ac:spMkLst>
            <pc:docMk/>
            <pc:sldMk cId="584335344" sldId="276"/>
            <ac:spMk id="64" creationId="{E058A8D8-5AD2-E3AC-78B9-7DF23050D2A1}"/>
          </ac:spMkLst>
        </pc:spChg>
      </pc:sldChg>
      <pc:sldChg chg="modSp add mod ord">
        <pc:chgData name="Conor Malone" userId="3048dda972fb6b3a" providerId="LiveId" clId="{79598B32-72FD-4620-B8E9-3FE8111BA001}" dt="2025-10-20T09:52:56.203" v="2868" actId="20577"/>
        <pc:sldMkLst>
          <pc:docMk/>
          <pc:sldMk cId="820741594" sldId="277"/>
        </pc:sldMkLst>
        <pc:spChg chg="mod">
          <ac:chgData name="Conor Malone" userId="3048dda972fb6b3a" providerId="LiveId" clId="{79598B32-72FD-4620-B8E9-3FE8111BA001}" dt="2025-10-20T09:52:56.203" v="2868" actId="20577"/>
          <ac:spMkLst>
            <pc:docMk/>
            <pc:sldMk cId="820741594" sldId="277"/>
            <ac:spMk id="121" creationId="{66D02C3A-6CA5-37CB-E145-EA86DE46734B}"/>
          </ac:spMkLst>
        </pc:spChg>
      </pc:sldChg>
      <pc:sldChg chg="addSp delSp modSp add mod ord">
        <pc:chgData name="Conor Malone" userId="3048dda972fb6b3a" providerId="LiveId" clId="{79598B32-72FD-4620-B8E9-3FE8111BA001}" dt="2025-10-24T10:23:12.168" v="4943" actId="1076"/>
        <pc:sldMkLst>
          <pc:docMk/>
          <pc:sldMk cId="2651002023" sldId="278"/>
        </pc:sldMkLst>
        <pc:picChg chg="add mod">
          <ac:chgData name="Conor Malone" userId="3048dda972fb6b3a" providerId="LiveId" clId="{79598B32-72FD-4620-B8E9-3FE8111BA001}" dt="2025-10-24T10:23:12.168" v="4943" actId="1076"/>
          <ac:picMkLst>
            <pc:docMk/>
            <pc:sldMk cId="2651002023" sldId="278"/>
            <ac:picMk id="3" creationId="{9ECA70DD-D200-48FC-9200-1C16C382A2E1}"/>
          </ac:picMkLst>
        </pc:picChg>
        <pc:picChg chg="add">
          <ac:chgData name="Conor Malone" userId="3048dda972fb6b3a" providerId="LiveId" clId="{79598B32-72FD-4620-B8E9-3FE8111BA001}" dt="2025-10-20T09:00:40.660" v="2866" actId="22"/>
          <ac:picMkLst>
            <pc:docMk/>
            <pc:sldMk cId="2651002023" sldId="278"/>
            <ac:picMk id="6" creationId="{B0D62C21-6200-6A01-603A-266C469EA72E}"/>
          </ac:picMkLst>
        </pc:picChg>
      </pc:sldChg>
      <pc:sldChg chg="add ord">
        <pc:chgData name="Conor Malone" userId="3048dda972fb6b3a" providerId="LiveId" clId="{79598B32-72FD-4620-B8E9-3FE8111BA001}" dt="2025-10-23T14:40:54.989" v="3595"/>
        <pc:sldMkLst>
          <pc:docMk/>
          <pc:sldMk cId="3767773039" sldId="279"/>
        </pc:sldMkLst>
      </pc:sldChg>
      <pc:sldChg chg="addSp modSp new mod">
        <pc:chgData name="Conor Malone" userId="3048dda972fb6b3a" providerId="LiveId" clId="{79598B32-72FD-4620-B8E9-3FE8111BA001}" dt="2025-10-22T15:26:11.665" v="3593" actId="1076"/>
        <pc:sldMkLst>
          <pc:docMk/>
          <pc:sldMk cId="755255795" sldId="280"/>
        </pc:sldMkLst>
        <pc:picChg chg="add mod">
          <ac:chgData name="Conor Malone" userId="3048dda972fb6b3a" providerId="LiveId" clId="{79598B32-72FD-4620-B8E9-3FE8111BA001}" dt="2025-10-22T15:26:11.665" v="3593" actId="1076"/>
          <ac:picMkLst>
            <pc:docMk/>
            <pc:sldMk cId="755255795" sldId="280"/>
            <ac:picMk id="3" creationId="{98DA19F8-4F0F-C7C7-7AB3-EEF73A54CADA}"/>
          </ac:picMkLst>
        </pc:picChg>
      </pc:sldChg>
      <pc:sldChg chg="addSp modSp add mod ord">
        <pc:chgData name="Conor Malone" userId="3048dda972fb6b3a" providerId="LiveId" clId="{79598B32-72FD-4620-B8E9-3FE8111BA001}" dt="2025-10-24T10:26:00.548" v="4954" actId="20577"/>
        <pc:sldMkLst>
          <pc:docMk/>
          <pc:sldMk cId="2572407461" sldId="281"/>
        </pc:sldMkLst>
        <pc:spChg chg="add">
          <ac:chgData name="Conor Malone" userId="3048dda972fb6b3a" providerId="LiveId" clId="{79598B32-72FD-4620-B8E9-3FE8111BA001}" dt="2025-10-24T10:02:16.208" v="4475"/>
          <ac:spMkLst>
            <pc:docMk/>
            <pc:sldMk cId="2572407461" sldId="281"/>
            <ac:spMk id="2" creationId="{1B465F08-4345-927B-B1BF-2E003BB6BD96}"/>
          </ac:spMkLst>
        </pc:spChg>
        <pc:spChg chg="add">
          <ac:chgData name="Conor Malone" userId="3048dda972fb6b3a" providerId="LiveId" clId="{79598B32-72FD-4620-B8E9-3FE8111BA001}" dt="2025-10-24T10:02:22.026" v="4476"/>
          <ac:spMkLst>
            <pc:docMk/>
            <pc:sldMk cId="2572407461" sldId="281"/>
            <ac:spMk id="3" creationId="{8724940F-17F0-B68D-4B8D-C0572EC28050}"/>
          </ac:spMkLst>
        </pc:spChg>
        <pc:spChg chg="mod">
          <ac:chgData name="Conor Malone" userId="3048dda972fb6b3a" providerId="LiveId" clId="{79598B32-72FD-4620-B8E9-3FE8111BA001}" dt="2025-10-24T10:26:00.548" v="4954" actId="20577"/>
          <ac:spMkLst>
            <pc:docMk/>
            <pc:sldMk cId="2572407461" sldId="281"/>
            <ac:spMk id="4" creationId="{E2C6248E-1B91-0456-9F14-C7528846DB57}"/>
          </ac:spMkLst>
        </pc:spChg>
        <pc:spChg chg="mod">
          <ac:chgData name="Conor Malone" userId="3048dda972fb6b3a" providerId="LiveId" clId="{79598B32-72FD-4620-B8E9-3FE8111BA001}" dt="2025-10-24T10:00:12.819" v="4474" actId="20577"/>
          <ac:spMkLst>
            <pc:docMk/>
            <pc:sldMk cId="2572407461" sldId="281"/>
            <ac:spMk id="64" creationId="{B9303201-506B-84E5-4EAA-E364EC87F7C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" name="Google Shape;1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576a34c999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576a34c999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576a34c999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576a34c999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576a34c999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576a34c999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47E4027E-485B-0720-328F-517C16525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576a34c999_0_65:notes">
            <a:extLst>
              <a:ext uri="{FF2B5EF4-FFF2-40B4-BE49-F238E27FC236}">
                <a16:creationId xmlns:a16="http://schemas.microsoft.com/office/drawing/2014/main" id="{9D8CFF2E-2AC8-8D16-EB87-46630CBB8E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576a34c999_0_65:notes">
            <a:extLst>
              <a:ext uri="{FF2B5EF4-FFF2-40B4-BE49-F238E27FC236}">
                <a16:creationId xmlns:a16="http://schemas.microsoft.com/office/drawing/2014/main" id="{80697885-3235-69D2-4D24-785D63D145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9461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576a34c999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576a34c999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A8BF023F-D765-0E88-626C-CCC33D3E8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576a34c999_0_129:notes">
            <a:extLst>
              <a:ext uri="{FF2B5EF4-FFF2-40B4-BE49-F238E27FC236}">
                <a16:creationId xmlns:a16="http://schemas.microsoft.com/office/drawing/2014/main" id="{BE06357F-D2DF-E8DF-F930-07F5D594CC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576a34c999_0_129:notes">
            <a:extLst>
              <a:ext uri="{FF2B5EF4-FFF2-40B4-BE49-F238E27FC236}">
                <a16:creationId xmlns:a16="http://schemas.microsoft.com/office/drawing/2014/main" id="{6B3BBCEC-5085-50E2-7DC2-8914E07286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61552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576a34c999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576a34c999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576a34c999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576a34c999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88A6819F-20F6-EF95-12C2-666829B43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576a34c999_0_88:notes">
            <a:extLst>
              <a:ext uri="{FF2B5EF4-FFF2-40B4-BE49-F238E27FC236}">
                <a16:creationId xmlns:a16="http://schemas.microsoft.com/office/drawing/2014/main" id="{F4D1E370-9839-8ADB-9CAC-DC20489F04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576a34c999_0_88:notes">
            <a:extLst>
              <a:ext uri="{FF2B5EF4-FFF2-40B4-BE49-F238E27FC236}">
                <a16:creationId xmlns:a16="http://schemas.microsoft.com/office/drawing/2014/main" id="{87009485-963E-8328-C09C-F76BB22B39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36026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8937998C-7177-29B5-E8AC-2254D1292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576a34c999_0_88:notes">
            <a:extLst>
              <a:ext uri="{FF2B5EF4-FFF2-40B4-BE49-F238E27FC236}">
                <a16:creationId xmlns:a16="http://schemas.microsoft.com/office/drawing/2014/main" id="{B06A5512-A8E5-7669-4728-3300988E1D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576a34c999_0_88:notes">
            <a:extLst>
              <a:ext uri="{FF2B5EF4-FFF2-40B4-BE49-F238E27FC236}">
                <a16:creationId xmlns:a16="http://schemas.microsoft.com/office/drawing/2014/main" id="{4B7C864B-A5BE-3784-A975-349EC0538E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Players regularly run 10+km at high speeds over 90 minutes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They have done this full time since they were children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There are teams of trainers employed to ensure they can do this.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123396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BBBFC8A-DA36-83CA-2726-4F550156E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576a34c999_0_88:notes">
            <a:extLst>
              <a:ext uri="{FF2B5EF4-FFF2-40B4-BE49-F238E27FC236}">
                <a16:creationId xmlns:a16="http://schemas.microsoft.com/office/drawing/2014/main" id="{BD9B02E2-075C-17E0-24C4-2B230593D8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576a34c999_0_88:notes">
            <a:extLst>
              <a:ext uri="{FF2B5EF4-FFF2-40B4-BE49-F238E27FC236}">
                <a16:creationId xmlns:a16="http://schemas.microsoft.com/office/drawing/2014/main" id="{5AB41089-7759-244E-D6AF-269DF7BB2E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57874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D7AAF5CB-1B11-9600-F270-45758C6E3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576a34c999_0_65:notes">
            <a:extLst>
              <a:ext uri="{FF2B5EF4-FFF2-40B4-BE49-F238E27FC236}">
                <a16:creationId xmlns:a16="http://schemas.microsoft.com/office/drawing/2014/main" id="{3BCE8C6D-18AD-F159-906F-14C83C2202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576a34c999_0_65:notes">
            <a:extLst>
              <a:ext uri="{FF2B5EF4-FFF2-40B4-BE49-F238E27FC236}">
                <a16:creationId xmlns:a16="http://schemas.microsoft.com/office/drawing/2014/main" id="{B4E2C16E-ED3F-3452-D75B-71327611F9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44434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4031F6A4-FD88-F90E-9CCB-DBBF5CAC8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576a34c999_0_88:notes">
            <a:extLst>
              <a:ext uri="{FF2B5EF4-FFF2-40B4-BE49-F238E27FC236}">
                <a16:creationId xmlns:a16="http://schemas.microsoft.com/office/drawing/2014/main" id="{5BAAB492-9D02-78D1-D7EA-831B0066D7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576a34c999_0_88:notes">
            <a:extLst>
              <a:ext uri="{FF2B5EF4-FFF2-40B4-BE49-F238E27FC236}">
                <a16:creationId xmlns:a16="http://schemas.microsoft.com/office/drawing/2014/main" id="{E45ABA7A-C2CC-FB3A-E8DC-11C962080A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7117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A67E5457-A598-14AF-C435-B3FE9B664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576a34c999_0_113:notes">
            <a:extLst>
              <a:ext uri="{FF2B5EF4-FFF2-40B4-BE49-F238E27FC236}">
                <a16:creationId xmlns:a16="http://schemas.microsoft.com/office/drawing/2014/main" id="{DCB971FC-9198-EC1E-9E71-DEF9560456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576a34c999_0_113:notes">
            <a:extLst>
              <a:ext uri="{FF2B5EF4-FFF2-40B4-BE49-F238E27FC236}">
                <a16:creationId xmlns:a16="http://schemas.microsoft.com/office/drawing/2014/main" id="{B0C4FD76-4620-3BB8-00F9-F67FDFF52D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54721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0CCFA4DB-4DED-54AB-1439-A4A5D93DD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576a34c999_0_129:notes">
            <a:extLst>
              <a:ext uri="{FF2B5EF4-FFF2-40B4-BE49-F238E27FC236}">
                <a16:creationId xmlns:a16="http://schemas.microsoft.com/office/drawing/2014/main" id="{4A97BC1C-D1E1-8B70-599D-BBA75190F0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576a34c999_0_129:notes">
            <a:extLst>
              <a:ext uri="{FF2B5EF4-FFF2-40B4-BE49-F238E27FC236}">
                <a16:creationId xmlns:a16="http://schemas.microsoft.com/office/drawing/2014/main" id="{0E139994-EEDD-A60C-ACA4-03BE70D30A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73569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CC03642F-6908-E3BA-AD39-56A7789C7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576a34c999_0_75:notes">
            <a:extLst>
              <a:ext uri="{FF2B5EF4-FFF2-40B4-BE49-F238E27FC236}">
                <a16:creationId xmlns:a16="http://schemas.microsoft.com/office/drawing/2014/main" id="{AEB93061-DEC7-F87D-021D-B726C3EB34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576a34c999_0_75:notes">
            <a:extLst>
              <a:ext uri="{FF2B5EF4-FFF2-40B4-BE49-F238E27FC236}">
                <a16:creationId xmlns:a16="http://schemas.microsoft.com/office/drawing/2014/main" id="{95A1DBF5-B5AB-2B26-2525-F2CAC4AEA4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59794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576a34c999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576a34c999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1C748DF1-B8B9-7B1E-DD3B-5DC2E2F4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576a34c999_0_129:notes">
            <a:extLst>
              <a:ext uri="{FF2B5EF4-FFF2-40B4-BE49-F238E27FC236}">
                <a16:creationId xmlns:a16="http://schemas.microsoft.com/office/drawing/2014/main" id="{6620F843-EC1C-4018-4A5F-9020D91DEF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576a34c999_0_129:notes">
            <a:extLst>
              <a:ext uri="{FF2B5EF4-FFF2-40B4-BE49-F238E27FC236}">
                <a16:creationId xmlns:a16="http://schemas.microsoft.com/office/drawing/2014/main" id="{509F33C8-57C7-28AF-F0B0-F85083BB21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99019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9D5D3979-08FC-11AC-12BC-67868E867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576a34c999_0_129:notes">
            <a:extLst>
              <a:ext uri="{FF2B5EF4-FFF2-40B4-BE49-F238E27FC236}">
                <a16:creationId xmlns:a16="http://schemas.microsoft.com/office/drawing/2014/main" id="{5E09A61A-913E-4571-1E5F-8C01472D59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576a34c999_0_129:notes">
            <a:extLst>
              <a:ext uri="{FF2B5EF4-FFF2-40B4-BE49-F238E27FC236}">
                <a16:creationId xmlns:a16="http://schemas.microsoft.com/office/drawing/2014/main" id="{7F8944C3-BC73-D53B-F717-6D0F9F475C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1872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576a34c999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576a34c999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ordMark Left">
  <p:cSld name="BLANK_1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 title="Performance Insights 25 - Logo Lock-up - Reversed - Home of th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203" y="4548925"/>
            <a:ext cx="1828803" cy="13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ordMark Right (B)">
  <p:cSld name="BLANK_1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4" title="Performance Insights 25 - Logo Lock-up - Reversed - Home of th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8003" y="4548925"/>
            <a:ext cx="1828803" cy="13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ordMark Right 2/3">
  <p:cSld name="BLANK_1_1_2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EDF0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5" title="Performance Insights 25 - Logo Lock-up - Reversed - Home of th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8003" y="4548925"/>
            <a:ext cx="1828803" cy="13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ordMark Right (T)">
  <p:cSld name="BLANK_1_1_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6" title="Performance Insights 25 - Logo Lock-up - Reversed - Home of th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8003" y="457200"/>
            <a:ext cx="1828803" cy="13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EA4335"/>
          </p15:clr>
        </p15:guide>
        <p15:guide id="2" orient="horz" pos="288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52">
          <p15:clr>
            <a:srgbClr val="EA4335"/>
          </p15:clr>
        </p15:guide>
        <p15:guide id="5" pos="2880">
          <p15:clr>
            <a:srgbClr val="EA4335"/>
          </p15:clr>
        </p15:guide>
        <p15:guide id="6" pos="2592">
          <p15:clr>
            <a:srgbClr val="EA4335"/>
          </p15:clr>
        </p15:guide>
        <p15:guide id="7" pos="316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7" title="Key Art - Research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-9" y="0"/>
            <a:ext cx="914401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7"/>
          <p:cNvSpPr txBox="1"/>
          <p:nvPr/>
        </p:nvSpPr>
        <p:spPr>
          <a:xfrm>
            <a:off x="457200" y="810600"/>
            <a:ext cx="4869900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IE" sz="5400" dirty="0">
                <a:solidFill>
                  <a:schemeClr val="bg1"/>
                </a:solidFill>
              </a:rPr>
              <a:t>A Fatigue Penalty Model for </a:t>
            </a:r>
            <a:r>
              <a:rPr lang="en-IE" sz="5400" dirty="0" err="1">
                <a:solidFill>
                  <a:schemeClr val="bg1"/>
                </a:solidFill>
              </a:rPr>
              <a:t>xG</a:t>
            </a:r>
            <a:endParaRPr sz="5000" dirty="0">
              <a:solidFill>
                <a:schemeClr val="bg1"/>
              </a:solidFill>
              <a:latin typeface="Barlow ExtraLight"/>
              <a:ea typeface="Barlow ExtraLight"/>
              <a:cs typeface="Barlow ExtraLight"/>
              <a:sym typeface="Barlow ExtraLight"/>
            </a:endParaRPr>
          </a:p>
        </p:txBody>
      </p:sp>
      <p:pic>
        <p:nvPicPr>
          <p:cNvPr id="23" name="Google Shape;23;p7" title="Performance Insights 25 - Logo Lock-up - Reversed - Fromerly th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3909368"/>
            <a:ext cx="1828801" cy="776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 title="Key Art - Research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-9" y="0"/>
            <a:ext cx="914401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29783" y="524647"/>
            <a:ext cx="6820525" cy="2511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4800" dirty="0">
                <a:solidFill>
                  <a:srgbClr val="FFFFFF"/>
                </a:solidFill>
                <a:latin typeface="Barlow Condensed ExtraBold" panose="00000906000000000000" pitchFamily="2" charset="0"/>
                <a:ea typeface="Barlow ExtraLight"/>
                <a:cs typeface="Barlow ExtraLight"/>
                <a:sym typeface="Barlow ExtraLight"/>
              </a:rPr>
              <a:t>The Fatigue Penalty:</a:t>
            </a:r>
          </a:p>
          <a:p>
            <a:pPr lvl="0">
              <a:lnSpc>
                <a:spcPct val="85000"/>
              </a:lnSpc>
            </a:pPr>
            <a:r>
              <a:rPr lang="en-US" sz="4800" b="1" dirty="0">
                <a:solidFill>
                  <a:schemeClr val="bg1"/>
                </a:solidFill>
                <a:latin typeface="Barlow Condensed ExtraBold" panose="00000906000000000000" pitchFamily="2" charset="0"/>
              </a:rPr>
              <a:t>Quantifying the Impact of Workload on Shot Performance in Elite Football</a:t>
            </a:r>
            <a:endParaRPr sz="4800" dirty="0">
              <a:solidFill>
                <a:schemeClr val="bg1"/>
              </a:solidFill>
              <a:latin typeface="Barlow Condensed ExtraBold" panose="00000906000000000000" pitchFamily="2" charset="0"/>
              <a:ea typeface="Barlow ExtraLight"/>
              <a:cs typeface="Barlow ExtraLight"/>
              <a:sym typeface="Barlow ExtraLight"/>
            </a:endParaRPr>
          </a:p>
        </p:txBody>
      </p:sp>
      <p:pic>
        <p:nvPicPr>
          <p:cNvPr id="88" name="Google Shape;88;p13" title="Performance Insights 25 - Logo Lock-up - Reversed - Fromerly th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3909368"/>
            <a:ext cx="1828801" cy="776941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7"/>
          <p:cNvSpPr txBox="1"/>
          <p:nvPr/>
        </p:nvSpPr>
        <p:spPr>
          <a:xfrm>
            <a:off x="329783" y="3261057"/>
            <a:ext cx="2450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rgbClr val="FF6300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Conor Malone</a:t>
            </a:r>
            <a:endParaRPr sz="1800" dirty="0">
              <a:solidFill>
                <a:srgbClr val="FF6300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1" title="Key Art - Research.jpg"/>
          <p:cNvPicPr preferRelativeResize="0"/>
          <p:nvPr/>
        </p:nvPicPr>
        <p:blipFill rotWithShape="1">
          <a:blip r:embed="rId3">
            <a:alphaModFix/>
          </a:blip>
          <a:srcRect l="50000"/>
          <a:stretch/>
        </p:blipFill>
        <p:spPr>
          <a:xfrm>
            <a:off x="4572000" y="0"/>
            <a:ext cx="4572000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1"/>
          <p:cNvSpPr txBox="1"/>
          <p:nvPr/>
        </p:nvSpPr>
        <p:spPr>
          <a:xfrm>
            <a:off x="333337" y="1049874"/>
            <a:ext cx="3657600" cy="139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000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Conor Malone, a Data Scientist in Dublin, Ireland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E" sz="1000" dirty="0">
              <a:solidFill>
                <a:srgbClr val="4E5D6C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28600" lvl="0" indent="-154940">
              <a:lnSpc>
                <a:spcPct val="115000"/>
              </a:lnSpc>
              <a:spcBef>
                <a:spcPts val="1000"/>
              </a:spcBef>
              <a:buClr>
                <a:srgbClr val="4E5D6C"/>
              </a:buClr>
              <a:buSzPts val="1000"/>
              <a:buFont typeface="Barlow"/>
              <a:buChar char="●"/>
            </a:pPr>
            <a:r>
              <a:rPr lang="en-IE" sz="1000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Irish Rugby</a:t>
            </a:r>
          </a:p>
          <a:p>
            <a:pPr marL="228600" lvl="0" indent="-154940">
              <a:lnSpc>
                <a:spcPct val="115000"/>
              </a:lnSpc>
              <a:spcBef>
                <a:spcPts val="1000"/>
              </a:spcBef>
              <a:buClr>
                <a:srgbClr val="4E5D6C"/>
              </a:buClr>
              <a:buSzPts val="1000"/>
              <a:buFont typeface="Barlow"/>
              <a:buChar char="●"/>
            </a:pPr>
            <a:r>
              <a:rPr lang="en-IE" sz="1000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NFL Big Data Bowl</a:t>
            </a:r>
          </a:p>
          <a:p>
            <a:pPr marL="228600" lvl="0" indent="-15494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4E5D6C"/>
              </a:buClr>
              <a:buSzPts val="1000"/>
              <a:buFont typeface="Barlow"/>
              <a:buChar char="●"/>
            </a:pPr>
            <a:r>
              <a:rPr lang="en-IE" sz="1000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Wind Energy</a:t>
            </a:r>
          </a:p>
        </p:txBody>
      </p:sp>
      <p:sp>
        <p:nvSpPr>
          <p:cNvPr id="72" name="Google Shape;72;p11"/>
          <p:cNvSpPr txBox="1"/>
          <p:nvPr/>
        </p:nvSpPr>
        <p:spPr>
          <a:xfrm>
            <a:off x="457200" y="457200"/>
            <a:ext cx="365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38434F"/>
                </a:solidFill>
                <a:latin typeface="Barlow Medium"/>
                <a:ea typeface="Barlow Medium"/>
                <a:cs typeface="Barlow Medium"/>
                <a:sym typeface="Barlow Medium"/>
              </a:rPr>
              <a:t>Who am I?</a:t>
            </a:r>
            <a:endParaRPr sz="2600">
              <a:solidFill>
                <a:srgbClr val="38434F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B04024-C7BC-3C26-4602-48C8F4F27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775965"/>
            <a:ext cx="2466993" cy="32670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457200" y="457200"/>
            <a:ext cx="365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rgbClr val="38434F"/>
                </a:solidFill>
                <a:latin typeface="Barlow Medium"/>
                <a:ea typeface="Barlow Medium"/>
                <a:cs typeface="Barlow Medium"/>
                <a:sym typeface="Barlow Medium"/>
              </a:rPr>
              <a:t>Motivation</a:t>
            </a:r>
            <a:endParaRPr sz="2600" dirty="0">
              <a:solidFill>
                <a:srgbClr val="38434F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BF2B6C-3229-8D55-DD3C-1FB63905CE8F}"/>
              </a:ext>
            </a:extLst>
          </p:cNvPr>
          <p:cNvSpPr txBox="1"/>
          <p:nvPr/>
        </p:nvSpPr>
        <p:spPr>
          <a:xfrm>
            <a:off x="641173" y="1005475"/>
            <a:ext cx="4377098" cy="3446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Every team at nearly every level is collecting physical metrics, can we use them to calculate the performance cost of exertion?</a:t>
            </a:r>
          </a:p>
          <a:p>
            <a:pPr lvl="0">
              <a:lnSpc>
                <a:spcPct val="115000"/>
              </a:lnSpc>
            </a:pPr>
            <a:endParaRPr lang="en-US" dirty="0">
              <a:solidFill>
                <a:srgbClr val="4E5D6C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28600" lvl="0" indent="-154940">
              <a:lnSpc>
                <a:spcPct val="115000"/>
              </a:lnSpc>
              <a:spcBef>
                <a:spcPts val="1000"/>
              </a:spcBef>
              <a:buClr>
                <a:srgbClr val="4E5D6C"/>
              </a:buClr>
              <a:buSzPts val="1000"/>
              <a:buFont typeface="Barlow"/>
              <a:buChar char="●"/>
            </a:pPr>
            <a:r>
              <a:rPr lang="en-US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Instead of optimizing </a:t>
            </a:r>
            <a:r>
              <a:rPr lang="en-US" i="1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metrics</a:t>
            </a:r>
            <a:r>
              <a:rPr lang="en-US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 to avoid </a:t>
            </a:r>
            <a:r>
              <a:rPr lang="en-US" i="1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injury</a:t>
            </a:r>
            <a:r>
              <a:rPr lang="en-US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 can we optimize </a:t>
            </a:r>
            <a:r>
              <a:rPr lang="en-US" i="1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performance</a:t>
            </a:r>
            <a:r>
              <a:rPr lang="en-US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 to </a:t>
            </a:r>
            <a:r>
              <a:rPr lang="en-US" i="1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win</a:t>
            </a:r>
            <a:r>
              <a:rPr lang="en-US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 more games?</a:t>
            </a:r>
          </a:p>
          <a:p>
            <a:pPr marL="228600" lvl="0" indent="-15494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4E5D6C"/>
              </a:buClr>
              <a:buSzPts val="1000"/>
              <a:buFont typeface="Barlow"/>
              <a:buChar char="●"/>
            </a:pPr>
            <a:r>
              <a:rPr lang="en-US" dirty="0">
                <a:solidFill>
                  <a:schemeClr val="bg2"/>
                </a:solidFill>
                <a:latin typeface="Barlow" panose="00000500000000000000" pitchFamily="2" charset="0"/>
              </a:rPr>
              <a:t>Can we identify a "performance cost" of accumulated workload?</a:t>
            </a:r>
          </a:p>
          <a:p>
            <a:pPr marL="228600" lvl="0" indent="-15494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4E5D6C"/>
              </a:buClr>
              <a:buSzPts val="1000"/>
              <a:buFont typeface="Barlow"/>
              <a:buChar char="●"/>
            </a:pPr>
            <a:r>
              <a:rPr lang="en-US" dirty="0">
                <a:solidFill>
                  <a:schemeClr val="bg2"/>
                </a:solidFill>
                <a:latin typeface="Barlow" panose="00000500000000000000" pitchFamily="2" charset="0"/>
              </a:rPr>
              <a:t>Does fatigue negate the advantage of fielding an elite player?</a:t>
            </a:r>
            <a:endParaRPr lang="en-US" dirty="0">
              <a:solidFill>
                <a:schemeClr val="bg2"/>
              </a:solidFill>
              <a:latin typeface="Barlow" panose="00000500000000000000" pitchFamily="2" charset="0"/>
              <a:ea typeface="Barlow"/>
              <a:cs typeface="Barlow"/>
              <a:sym typeface="Barlow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E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AE88C070-7F67-0EF1-C007-4B1E9DC47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>
            <a:extLst>
              <a:ext uri="{FF2B5EF4-FFF2-40B4-BE49-F238E27FC236}">
                <a16:creationId xmlns:a16="http://schemas.microsoft.com/office/drawing/2014/main" id="{CFF9012E-549A-C52C-AA2E-16B919A88661}"/>
              </a:ext>
            </a:extLst>
          </p:cNvPr>
          <p:cNvSpPr txBox="1"/>
          <p:nvPr/>
        </p:nvSpPr>
        <p:spPr>
          <a:xfrm>
            <a:off x="539646" y="1069760"/>
            <a:ext cx="3657600" cy="2185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000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I first tried to tie performance data to physical metrics 10 years ago in Irish Rugby but back then we were operating from GPS tracker data: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4E5D6C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28600" lvl="0" indent="-15494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E5D6C"/>
              </a:buClr>
              <a:buSzPts val="1000"/>
              <a:buFont typeface="Barlow"/>
              <a:buChar char="●"/>
            </a:pPr>
            <a:r>
              <a:rPr lang="en-IE" sz="1000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Single Team: We only had our own team metrics</a:t>
            </a:r>
          </a:p>
          <a:p>
            <a:pPr marL="228600" lvl="0" indent="-15494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E5D6C"/>
              </a:buClr>
              <a:buSzPts val="1000"/>
              <a:buFont typeface="Barlow"/>
              <a:buChar char="●"/>
            </a:pPr>
            <a:r>
              <a:rPr lang="en" sz="1000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Small Data:Not enough data to generalize/scale</a:t>
            </a:r>
          </a:p>
          <a:p>
            <a:pPr marL="228600" lvl="0" indent="-15494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4E5D6C"/>
              </a:buClr>
              <a:buSzPts val="1000"/>
              <a:buFont typeface="Barlow"/>
              <a:buChar char="●"/>
            </a:pPr>
            <a:r>
              <a:rPr lang="en" sz="1000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Use:</a:t>
            </a:r>
            <a:r>
              <a:rPr lang="en-US" sz="1000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Injury Prevention, Performance Optimization</a:t>
            </a:r>
          </a:p>
          <a:p>
            <a:pPr marL="228600" lvl="0" indent="-15494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4E5D6C"/>
              </a:buClr>
              <a:buSzPts val="1000"/>
              <a:buFont typeface="Barlow"/>
              <a:buChar char="●"/>
            </a:pPr>
            <a:endParaRPr sz="1000" dirty="0">
              <a:solidFill>
                <a:srgbClr val="4E5D6C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0" name="Google Shape;80;p12">
            <a:extLst>
              <a:ext uri="{FF2B5EF4-FFF2-40B4-BE49-F238E27FC236}">
                <a16:creationId xmlns:a16="http://schemas.microsoft.com/office/drawing/2014/main" id="{0D884BB9-E7B6-6E3F-1E06-3DA0081CC542}"/>
              </a:ext>
            </a:extLst>
          </p:cNvPr>
          <p:cNvSpPr txBox="1"/>
          <p:nvPr/>
        </p:nvSpPr>
        <p:spPr>
          <a:xfrm>
            <a:off x="457200" y="457200"/>
            <a:ext cx="365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rgbClr val="38434F"/>
                </a:solidFill>
                <a:latin typeface="Barlow Medium"/>
                <a:ea typeface="Barlow Medium"/>
                <a:cs typeface="Barlow Medium"/>
                <a:sym typeface="Barlow Medium"/>
              </a:rPr>
              <a:t>Performance Before</a:t>
            </a:r>
            <a:endParaRPr sz="2600" dirty="0">
              <a:solidFill>
                <a:srgbClr val="38434F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C816A2-8D61-3DAF-D498-F26641948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569" y="0"/>
            <a:ext cx="45720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936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/>
        </p:nvSpPr>
        <p:spPr>
          <a:xfrm>
            <a:off x="457200" y="1009800"/>
            <a:ext cx="3657600" cy="2264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000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With computer vision physical metrics are available at scale for every team.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4E5D6C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28600" lvl="0" indent="-15494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4E5D6C"/>
              </a:buClr>
              <a:buSzPts val="1000"/>
              <a:buFont typeface="Barlow"/>
              <a:buChar char="●"/>
            </a:pPr>
            <a:r>
              <a:rPr lang="en-IE" sz="1000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Any Team: D</a:t>
            </a:r>
            <a:r>
              <a:rPr lang="en" sz="1000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ata available for potentially any team/game</a:t>
            </a:r>
          </a:p>
          <a:p>
            <a:pPr marL="228600" lvl="0" indent="-15494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4E5D6C"/>
              </a:buClr>
              <a:buSzPts val="1000"/>
              <a:buFont typeface="Barlow"/>
              <a:buChar char="●"/>
            </a:pPr>
            <a:r>
              <a:rPr lang="en" sz="1000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Big Data: Enough data to build models</a:t>
            </a:r>
          </a:p>
          <a:p>
            <a:pPr marL="228600" indent="-15494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4E5D6C"/>
              </a:buClr>
              <a:buSzPts val="1000"/>
              <a:buFont typeface="Barlow"/>
              <a:buChar char="●"/>
            </a:pPr>
            <a:r>
              <a:rPr lang="en-US" sz="1000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Use: Player/Team Evaluation &amp; Recruitment</a:t>
            </a:r>
          </a:p>
          <a:p>
            <a:pPr marL="228600" lvl="0" indent="-15494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4E5D6C"/>
              </a:buClr>
              <a:buSzPts val="1000"/>
              <a:buFont typeface="Barlow"/>
              <a:buChar char="●"/>
            </a:pPr>
            <a:endParaRPr sz="1000" dirty="0">
              <a:solidFill>
                <a:srgbClr val="4E5D6C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0" name="Google Shape;80;p12"/>
          <p:cNvSpPr txBox="1"/>
          <p:nvPr/>
        </p:nvSpPr>
        <p:spPr>
          <a:xfrm>
            <a:off x="457200" y="457200"/>
            <a:ext cx="365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rgbClr val="38434F"/>
                </a:solidFill>
                <a:latin typeface="Barlow Medium"/>
                <a:ea typeface="Barlow Medium"/>
                <a:cs typeface="Barlow Medium"/>
                <a:sym typeface="Barlow Medium"/>
              </a:rPr>
              <a:t>Performance Now</a:t>
            </a:r>
            <a:endParaRPr sz="2600" dirty="0">
              <a:solidFill>
                <a:srgbClr val="38434F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30BF6E-9355-A681-C02E-6ED272166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510" y="19496"/>
            <a:ext cx="3815026" cy="25522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93303F-26BB-930D-71B1-6BD7B2CA8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01" y="3159665"/>
            <a:ext cx="8926643" cy="9740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0C286920-CD27-FD07-B524-A947B8CE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>
            <a:extLst>
              <a:ext uri="{FF2B5EF4-FFF2-40B4-BE49-F238E27FC236}">
                <a16:creationId xmlns:a16="http://schemas.microsoft.com/office/drawing/2014/main" id="{627D8B3D-7CE9-E799-97AD-A92327B8FA30}"/>
              </a:ext>
            </a:extLst>
          </p:cNvPr>
          <p:cNvSpPr txBox="1"/>
          <p:nvPr/>
        </p:nvSpPr>
        <p:spPr>
          <a:xfrm>
            <a:off x="457200" y="1009800"/>
            <a:ext cx="3657600" cy="91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lvl="0" indent="-154940">
              <a:lnSpc>
                <a:spcPct val="115000"/>
              </a:lnSpc>
              <a:spcBef>
                <a:spcPts val="1000"/>
              </a:spcBef>
              <a:buClr>
                <a:srgbClr val="4E5D6C"/>
              </a:buClr>
              <a:buSzPts val="1000"/>
              <a:buFont typeface="Barlow"/>
              <a:buChar char="●"/>
            </a:pPr>
            <a:r>
              <a:rPr lang="en-IE" sz="1000" b="1" dirty="0">
                <a:solidFill>
                  <a:schemeClr val="bg2"/>
                </a:solidFill>
                <a:latin typeface="Barlow" panose="00000500000000000000" pitchFamily="2" charset="0"/>
              </a:rPr>
              <a:t>61,000</a:t>
            </a:r>
            <a:r>
              <a:rPr lang="en-IE" sz="1000" dirty="0">
                <a:solidFill>
                  <a:schemeClr val="bg2"/>
                </a:solidFill>
                <a:latin typeface="Barlow" panose="00000500000000000000" pitchFamily="2" charset="0"/>
              </a:rPr>
              <a:t> non-penalty shots </a:t>
            </a:r>
          </a:p>
          <a:p>
            <a:pPr marL="228600" lvl="0" indent="-154940">
              <a:lnSpc>
                <a:spcPct val="115000"/>
              </a:lnSpc>
              <a:spcBef>
                <a:spcPts val="1000"/>
              </a:spcBef>
              <a:buClr>
                <a:srgbClr val="4E5D6C"/>
              </a:buClr>
              <a:buSzPts val="1000"/>
              <a:buFont typeface="Barlow"/>
              <a:buChar char="●"/>
            </a:pPr>
            <a:r>
              <a:rPr lang="en-IE" sz="1000" b="1" dirty="0">
                <a:solidFill>
                  <a:srgbClr val="4E5D6C"/>
                </a:solidFill>
                <a:latin typeface="Barlow" panose="00000500000000000000" pitchFamily="2" charset="0"/>
                <a:ea typeface="Barlow"/>
                <a:cs typeface="Barlow"/>
                <a:sym typeface="Barlow"/>
              </a:rPr>
              <a:t>2340</a:t>
            </a:r>
            <a:r>
              <a:rPr lang="en-IE" sz="1000" dirty="0">
                <a:solidFill>
                  <a:srgbClr val="4E5D6C"/>
                </a:solidFill>
                <a:latin typeface="Barlow" panose="00000500000000000000" pitchFamily="2" charset="0"/>
                <a:ea typeface="Barlow"/>
                <a:cs typeface="Barlow"/>
                <a:sym typeface="Barlow"/>
              </a:rPr>
              <a:t> Matches</a:t>
            </a:r>
          </a:p>
          <a:p>
            <a:pPr marL="228600" lvl="0" indent="-154940">
              <a:lnSpc>
                <a:spcPct val="115000"/>
              </a:lnSpc>
              <a:spcBef>
                <a:spcPts val="1000"/>
              </a:spcBef>
              <a:buClr>
                <a:srgbClr val="4E5D6C"/>
              </a:buClr>
              <a:buSzPts val="1000"/>
              <a:buFont typeface="Barlow"/>
              <a:buChar char="●"/>
            </a:pPr>
            <a:r>
              <a:rPr lang="en-IE" sz="1000" b="1" dirty="0">
                <a:solidFill>
                  <a:srgbClr val="4E5D6C"/>
                </a:solidFill>
                <a:latin typeface="Barlow" panose="00000500000000000000" pitchFamily="2" charset="0"/>
                <a:ea typeface="Barlow"/>
                <a:cs typeface="Barlow"/>
                <a:sym typeface="Barlow"/>
              </a:rPr>
              <a:t>1618</a:t>
            </a:r>
            <a:r>
              <a:rPr lang="en-IE" sz="1000" dirty="0">
                <a:solidFill>
                  <a:srgbClr val="4E5D6C"/>
                </a:solidFill>
                <a:latin typeface="Barlow" panose="00000500000000000000" pitchFamily="2" charset="0"/>
                <a:ea typeface="Barlow"/>
                <a:cs typeface="Barlow"/>
                <a:sym typeface="Barlow"/>
              </a:rPr>
              <a:t> shooting players</a:t>
            </a:r>
            <a:endParaRPr sz="1000" dirty="0">
              <a:solidFill>
                <a:srgbClr val="4E5D6C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4" name="Google Shape;64;p10">
            <a:extLst>
              <a:ext uri="{FF2B5EF4-FFF2-40B4-BE49-F238E27FC236}">
                <a16:creationId xmlns:a16="http://schemas.microsoft.com/office/drawing/2014/main" id="{CAEB811F-02AC-36C5-48FF-3C72D946A37E}"/>
              </a:ext>
            </a:extLst>
          </p:cNvPr>
          <p:cNvSpPr txBox="1"/>
          <p:nvPr/>
        </p:nvSpPr>
        <p:spPr>
          <a:xfrm>
            <a:off x="457200" y="457200"/>
            <a:ext cx="580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rgbClr val="38434F"/>
                </a:solidFill>
                <a:latin typeface="Barlow Medium"/>
                <a:ea typeface="Barlow Medium"/>
                <a:cs typeface="Barlow Medium"/>
                <a:sym typeface="Barlow Medium"/>
              </a:rPr>
              <a:t>Dataset I: Event Data</a:t>
            </a:r>
            <a:endParaRPr sz="2600" dirty="0">
              <a:solidFill>
                <a:srgbClr val="38434F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5AD077-C33B-32A7-95E9-2B5CC755A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967215"/>
              </p:ext>
            </p:extLst>
          </p:nvPr>
        </p:nvGraphicFramePr>
        <p:xfrm>
          <a:off x="3624408" y="1191374"/>
          <a:ext cx="4149814" cy="1245812"/>
        </p:xfrm>
        <a:graphic>
          <a:graphicData uri="http://schemas.openxmlformats.org/drawingml/2006/table">
            <a:tbl>
              <a:tblPr/>
              <a:tblGrid>
                <a:gridCol w="1815544">
                  <a:extLst>
                    <a:ext uri="{9D8B030D-6E8A-4147-A177-3AD203B41FA5}">
                      <a16:colId xmlns:a16="http://schemas.microsoft.com/office/drawing/2014/main" val="3057065343"/>
                    </a:ext>
                  </a:extLst>
                </a:gridCol>
                <a:gridCol w="778090">
                  <a:extLst>
                    <a:ext uri="{9D8B030D-6E8A-4147-A177-3AD203B41FA5}">
                      <a16:colId xmlns:a16="http://schemas.microsoft.com/office/drawing/2014/main" val="2070500372"/>
                    </a:ext>
                  </a:extLst>
                </a:gridCol>
                <a:gridCol w="778090">
                  <a:extLst>
                    <a:ext uri="{9D8B030D-6E8A-4147-A177-3AD203B41FA5}">
                      <a16:colId xmlns:a16="http://schemas.microsoft.com/office/drawing/2014/main" val="3208178319"/>
                    </a:ext>
                  </a:extLst>
                </a:gridCol>
                <a:gridCol w="778090">
                  <a:extLst>
                    <a:ext uri="{9D8B030D-6E8A-4147-A177-3AD203B41FA5}">
                      <a16:colId xmlns:a16="http://schemas.microsoft.com/office/drawing/2014/main" val="3830360335"/>
                    </a:ext>
                  </a:extLst>
                </a:gridCol>
              </a:tblGrid>
              <a:tr h="3157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Competition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Country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23/24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24/25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963313"/>
                  </a:ext>
                </a:extLst>
              </a:tr>
              <a:tr h="3157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Bundesliga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Germany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✔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✔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841524"/>
                  </a:ext>
                </a:extLst>
              </a:tr>
              <a:tr h="3071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Premier League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England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✔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✔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893277"/>
                  </a:ext>
                </a:extLst>
              </a:tr>
              <a:tr h="3071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 Liga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Spain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✔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49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3857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/>
        </p:nvSpPr>
        <p:spPr>
          <a:xfrm>
            <a:off x="428056" y="1426339"/>
            <a:ext cx="3657600" cy="91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lvl="0" indent="-154940">
              <a:lnSpc>
                <a:spcPct val="115000"/>
              </a:lnSpc>
              <a:spcBef>
                <a:spcPts val="1000"/>
              </a:spcBef>
              <a:buClr>
                <a:srgbClr val="4E5D6C"/>
              </a:buClr>
              <a:buSzPts val="1000"/>
              <a:buFont typeface="Barlow"/>
              <a:buChar char="●"/>
            </a:pPr>
            <a:r>
              <a:rPr lang="en-IE" sz="1000" dirty="0">
                <a:latin typeface="Barlow" panose="00000500000000000000" pitchFamily="2" charset="0"/>
              </a:rPr>
              <a:t>Aggregated at 15 minute intervals</a:t>
            </a:r>
          </a:p>
          <a:p>
            <a:pPr marL="228600" lvl="0" indent="-154940">
              <a:lnSpc>
                <a:spcPct val="115000"/>
              </a:lnSpc>
              <a:spcBef>
                <a:spcPts val="1000"/>
              </a:spcBef>
              <a:buClr>
                <a:srgbClr val="4E5D6C"/>
              </a:buClr>
              <a:buSzPts val="1000"/>
              <a:buFont typeface="Barlow"/>
              <a:buChar char="●"/>
            </a:pPr>
            <a:endParaRPr lang="en-IE" sz="1000" dirty="0">
              <a:latin typeface="Barlow" panose="00000500000000000000" pitchFamily="2" charset="0"/>
            </a:endParaRPr>
          </a:p>
          <a:p>
            <a:pPr marL="228600" lvl="0" indent="-154940">
              <a:lnSpc>
                <a:spcPct val="115000"/>
              </a:lnSpc>
              <a:spcBef>
                <a:spcPts val="1000"/>
              </a:spcBef>
              <a:buClr>
                <a:srgbClr val="4E5D6C"/>
              </a:buClr>
              <a:buSzPts val="1000"/>
              <a:buFont typeface="Barlow"/>
              <a:buChar char="●"/>
            </a:pPr>
            <a:endParaRPr sz="1000" dirty="0">
              <a:solidFill>
                <a:srgbClr val="4E5D6C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4" name="Google Shape;64;p10"/>
          <p:cNvSpPr txBox="1"/>
          <p:nvPr/>
        </p:nvSpPr>
        <p:spPr>
          <a:xfrm>
            <a:off x="457200" y="457200"/>
            <a:ext cx="5808000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rgbClr val="38434F"/>
                </a:solidFill>
                <a:latin typeface="Barlow Medium"/>
                <a:ea typeface="Barlow Medium"/>
                <a:cs typeface="Barlow Medium"/>
                <a:sym typeface="Barlow Medium"/>
              </a:rPr>
              <a:t>Dataset II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rgbClr val="38434F"/>
                </a:solidFill>
                <a:latin typeface="Barlow Medium"/>
                <a:ea typeface="Barlow Medium"/>
                <a:cs typeface="Barlow Medium"/>
                <a:sym typeface="Barlow Medium"/>
              </a:rPr>
              <a:t>Physical Metrics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D9B49A-38AC-2CE5-72E5-F63D334BC9CE}"/>
              </a:ext>
            </a:extLst>
          </p:cNvPr>
          <p:cNvSpPr txBox="1"/>
          <p:nvPr/>
        </p:nvSpPr>
        <p:spPr>
          <a:xfrm>
            <a:off x="3586561" y="288280"/>
            <a:ext cx="4572000" cy="4130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E" sz="1100" b="1" kern="100" dirty="0">
                <a:effectLst/>
                <a:latin typeface="Barlow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High Intensity Running</a:t>
            </a:r>
          </a:p>
          <a:p>
            <a:pPr marL="342900" lvl="2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sz="1100" kern="100" dirty="0">
                <a:effectLst/>
                <a:latin typeface="Barlow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Count and Distance for High-Intensity (HI) actions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sz="1100" kern="100" dirty="0">
                <a:effectLst/>
                <a:latin typeface="Barlow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Count and Distance for High-Speed Running (HSR)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sz="1100" kern="100" dirty="0">
                <a:effectLst/>
                <a:latin typeface="Barlow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Count and Distance for Sprinting actions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sz="1100" kern="100" dirty="0">
                <a:latin typeface="Barlow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Running Distance (15–20 km/h)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sz="1100" kern="100" dirty="0">
                <a:latin typeface="Barlow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HSR Distance (20–25 km/h)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sz="1100" kern="100" dirty="0">
                <a:latin typeface="Barlow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Sprinting Distance (&gt;25 km/h)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sz="1100" kern="100" dirty="0">
                <a:latin typeface="Barlow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Maximum Speed (km/h)</a:t>
            </a:r>
            <a:endParaRPr lang="en-IE" sz="1100" kern="100" dirty="0">
              <a:effectLst/>
              <a:latin typeface="Barlow" panose="00000500000000000000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E" sz="1100" b="1" kern="100" dirty="0">
                <a:latin typeface="Barlow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Accelerations/Decelerations</a:t>
            </a:r>
            <a:endParaRPr lang="en-IE" sz="1100" b="1" kern="100" dirty="0">
              <a:effectLst/>
              <a:latin typeface="Barlow" panose="00000500000000000000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sz="1100" kern="100" dirty="0">
                <a:effectLst/>
                <a:latin typeface="Barlow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Count for Medium-Intensity Accelerations and Decelerations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sz="1100" kern="100" dirty="0">
                <a:effectLst/>
                <a:latin typeface="Barlow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Count for High-Intensity Accelerations and Decelerations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E" sz="1100" b="1" kern="100" dirty="0">
                <a:effectLst/>
                <a:latin typeface="Barlow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Overall Load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sz="1100" kern="100" dirty="0">
                <a:effectLst/>
                <a:latin typeface="Barlow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Total Distance covered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sz="1100" kern="100" dirty="0">
                <a:effectLst/>
                <a:latin typeface="Barlow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Distance per minute (m/min)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7" title="Key Art - Research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-40074"/>
            <a:ext cx="914401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 title="Performance Insights 25 - Logo Lock-up - Reversed - Fromerly th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8000" y="3909368"/>
            <a:ext cx="1828801" cy="77694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/>
          <p:nvPr/>
        </p:nvSpPr>
        <p:spPr>
          <a:xfrm>
            <a:off x="446271" y="497273"/>
            <a:ext cx="4378800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E" sz="3200" b="1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What is Fatigue?</a:t>
            </a:r>
            <a:endParaRPr sz="3200" b="1" dirty="0">
              <a:solidFill>
                <a:srgbClr val="FF6300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 b="1" dirty="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2CE8272-C5E3-FFAA-AAD5-BF7CBF520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D62C21-6200-6A01-603A-266C469EA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6149"/>
            <a:ext cx="9144000" cy="17112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ECA70DD-D200-48FC-9200-1C16C382A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784" y="2979428"/>
            <a:ext cx="3696216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002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D9AFDABF-61D7-BAB5-5B44-666912924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A76167B7-1166-90E1-2D67-8A10C9ECFF87}"/>
              </a:ext>
            </a:extLst>
          </p:cNvPr>
          <p:cNvSpPr txBox="1"/>
          <p:nvPr/>
        </p:nvSpPr>
        <p:spPr>
          <a:xfrm>
            <a:off x="457200" y="457200"/>
            <a:ext cx="3657600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rgbClr val="38434F"/>
                </a:solidFill>
                <a:latin typeface="Barlow Medium"/>
                <a:ea typeface="Barlow Medium"/>
                <a:cs typeface="Barlow Medium"/>
                <a:sym typeface="Barlow Medium"/>
              </a:rPr>
              <a:t>How to Define Fatigue (in  a football context)</a:t>
            </a:r>
            <a:endParaRPr sz="2600" dirty="0">
              <a:solidFill>
                <a:srgbClr val="38434F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DFC719-4909-8FF9-B222-859979B0C9F0}"/>
              </a:ext>
            </a:extLst>
          </p:cNvPr>
          <p:cNvSpPr txBox="1"/>
          <p:nvPr/>
        </p:nvSpPr>
        <p:spPr>
          <a:xfrm>
            <a:off x="925987" y="1540606"/>
            <a:ext cx="4377098" cy="152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Elite Footballers are phenomenal athletes, managed to handle immense workload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Does “fatigue” even exist as a measurable performance factor at the highest level?</a:t>
            </a:r>
            <a:endParaRPr lang="en-IE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E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500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D7957C78-F857-F571-BD91-EE442B604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2E4E7D9C-4ACC-367C-7E59-54E993442411}"/>
              </a:ext>
            </a:extLst>
          </p:cNvPr>
          <p:cNvSpPr txBox="1"/>
          <p:nvPr/>
        </p:nvSpPr>
        <p:spPr>
          <a:xfrm>
            <a:off x="457200" y="457200"/>
            <a:ext cx="365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rgbClr val="38434F"/>
                </a:solidFill>
                <a:latin typeface="Barlow Medium"/>
                <a:ea typeface="Barlow Medium"/>
                <a:cs typeface="Barlow Medium"/>
                <a:sym typeface="Barlow Medium"/>
              </a:rPr>
              <a:t>Quantifying Workload</a:t>
            </a:r>
            <a:endParaRPr sz="2600" dirty="0">
              <a:solidFill>
                <a:srgbClr val="38434F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398F54-5E4B-FC68-67A0-D67B64650073}"/>
              </a:ext>
            </a:extLst>
          </p:cNvPr>
          <p:cNvSpPr txBox="1"/>
          <p:nvPr/>
        </p:nvSpPr>
        <p:spPr>
          <a:xfrm>
            <a:off x="630244" y="1001832"/>
            <a:ext cx="4377098" cy="4779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Football, </a:t>
            </a:r>
            <a:r>
              <a:rPr lang="en-I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running sport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Inspired by High Metabolic Load Distance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E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E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E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Normalised (all variables between 0-1)</a:t>
            </a:r>
            <a:endParaRPr lang="en-IE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Single</a:t>
            </a:r>
            <a:r>
              <a:rPr lang="en-I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comparable workload score for each player</a:t>
            </a:r>
            <a:endParaRPr lang="en-IE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E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4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endParaRPr lang="en-IE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3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E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E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E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E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3C89CFF-BCF0-CA94-9711-E2CA5040F0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139741"/>
              </p:ext>
            </p:extLst>
          </p:nvPr>
        </p:nvGraphicFramePr>
        <p:xfrm>
          <a:off x="984197" y="1746701"/>
          <a:ext cx="5729287" cy="129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728906" imgH="1295695" progId="Word.Document.12">
                  <p:embed/>
                </p:oleObj>
              </mc:Choice>
              <mc:Fallback>
                <p:oleObj name="Document" r:id="rId3" imgW="5728906" imgH="1295695" progId="Word.Documen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53C89CFF-BCF0-CA94-9711-E2CA5040F0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4197" y="1746701"/>
                        <a:ext cx="5729287" cy="1290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4537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92F3790F-AEAC-77E8-46E5-B6D7EBA07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>
            <a:extLst>
              <a:ext uri="{FF2B5EF4-FFF2-40B4-BE49-F238E27FC236}">
                <a16:creationId xmlns:a16="http://schemas.microsoft.com/office/drawing/2014/main" id="{AE6E0D07-782E-39F7-D9D2-553389F75631}"/>
              </a:ext>
            </a:extLst>
          </p:cNvPr>
          <p:cNvSpPr txBox="1"/>
          <p:nvPr/>
        </p:nvSpPr>
        <p:spPr>
          <a:xfrm>
            <a:off x="457200" y="2068642"/>
            <a:ext cx="3571989" cy="2569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000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Recommended by IOC in monitoring training loads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4E5D6C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28600" lvl="0" indent="-15494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E5D6C"/>
              </a:buClr>
              <a:buSzPts val="1000"/>
              <a:buFont typeface="Barlow"/>
              <a:buChar char="●"/>
            </a:pPr>
            <a:r>
              <a:rPr lang="en-IE" sz="1000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Acute Workload: The last 7 days</a:t>
            </a:r>
            <a:endParaRPr sz="1000" dirty="0">
              <a:solidFill>
                <a:srgbClr val="4E5D6C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28600" lvl="0" indent="-15494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4E5D6C"/>
              </a:buClr>
              <a:buSzPts val="1000"/>
              <a:buFont typeface="Barlow"/>
              <a:buChar char="●"/>
            </a:pPr>
            <a:r>
              <a:rPr lang="en" sz="1000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Chronic Workload: The Average workload in a 7 day period over the last 28 days.</a:t>
            </a:r>
          </a:p>
          <a:p>
            <a:pPr marL="228600" lvl="0" indent="-15494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4E5D6C"/>
              </a:buClr>
              <a:buSzPts val="1000"/>
              <a:buFont typeface="Barlow"/>
              <a:buChar char="●"/>
            </a:pPr>
            <a:r>
              <a:rPr lang="en" sz="1000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Fatigue = acute workload/chronic workload</a:t>
            </a:r>
          </a:p>
          <a:p>
            <a:pPr marL="228600" lvl="0" indent="-15494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4E5D6C"/>
              </a:buClr>
              <a:buSzPts val="1000"/>
              <a:buFont typeface="Barlow"/>
              <a:buChar char="●"/>
            </a:pPr>
            <a:r>
              <a:rPr lang="en" sz="1000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ACWR &gt; 1.5 High Injury/Performance Risk</a:t>
            </a:r>
          </a:p>
          <a:p>
            <a:pPr marL="228600" lvl="0" indent="-15494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4E5D6C"/>
              </a:buClr>
              <a:buSzPts val="1000"/>
              <a:buFont typeface="Barlow"/>
              <a:buChar char="●"/>
            </a:pPr>
            <a:r>
              <a:rPr lang="en" sz="1000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Calculated for every player &amp; team for every match</a:t>
            </a:r>
            <a:endParaRPr sz="1000" dirty="0">
              <a:solidFill>
                <a:srgbClr val="4E5D6C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0" name="Google Shape;80;p12">
            <a:extLst>
              <a:ext uri="{FF2B5EF4-FFF2-40B4-BE49-F238E27FC236}">
                <a16:creationId xmlns:a16="http://schemas.microsoft.com/office/drawing/2014/main" id="{0DF8A4C3-3329-403A-8AF9-EF1970E36090}"/>
              </a:ext>
            </a:extLst>
          </p:cNvPr>
          <p:cNvSpPr txBox="1"/>
          <p:nvPr/>
        </p:nvSpPr>
        <p:spPr>
          <a:xfrm>
            <a:off x="457200" y="457200"/>
            <a:ext cx="4085656" cy="187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E" sz="2600" dirty="0">
                <a:solidFill>
                  <a:srgbClr val="38434F"/>
                </a:solidFill>
                <a:latin typeface="Barlow Medium"/>
                <a:ea typeface="Barlow Medium"/>
                <a:cs typeface="Barlow Medium"/>
                <a:sym typeface="Barlow Medium"/>
              </a:rPr>
              <a:t>From Workload to Fatigue: The ACWR </a:t>
            </a:r>
          </a:p>
          <a:p>
            <a:endParaRPr lang="en-IE" sz="2600" dirty="0">
              <a:solidFill>
                <a:srgbClr val="38434F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r>
              <a:rPr lang="en-IE" sz="1800" dirty="0" err="1">
                <a:solidFill>
                  <a:srgbClr val="38434F"/>
                </a:solidFill>
                <a:latin typeface="Barlow Medium"/>
                <a:ea typeface="Barlow Medium"/>
                <a:cs typeface="Barlow Medium"/>
                <a:sym typeface="Barlow Medium"/>
              </a:rPr>
              <a:t>Acute:Chronic</a:t>
            </a:r>
            <a:r>
              <a:rPr lang="en-IE" sz="1800" dirty="0">
                <a:solidFill>
                  <a:srgbClr val="38434F"/>
                </a:solidFill>
                <a:latin typeface="Barlow Medium"/>
                <a:ea typeface="Barlow Medium"/>
                <a:cs typeface="Barlow Medium"/>
                <a:sym typeface="Barlow Medium"/>
              </a:rPr>
              <a:t> Workload Ratio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rgbClr val="38434F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CEA3E9-2B1C-E31D-6B5D-0FEB6DB5A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779" y="1785200"/>
            <a:ext cx="3352800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863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79461988-6D28-A91D-125E-61CC19924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88108ADA-7BB0-EF24-005E-E3764F5981DD}"/>
              </a:ext>
            </a:extLst>
          </p:cNvPr>
          <p:cNvSpPr txBox="1"/>
          <p:nvPr/>
        </p:nvSpPr>
        <p:spPr>
          <a:xfrm>
            <a:off x="457200" y="457200"/>
            <a:ext cx="365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rgbClr val="38434F"/>
                </a:solidFill>
                <a:latin typeface="Barlow Medium"/>
                <a:ea typeface="Barlow Medium"/>
                <a:cs typeface="Barlow Medium"/>
                <a:sym typeface="Barlow Medium"/>
              </a:rPr>
              <a:t>What can ACWR tell us?</a:t>
            </a:r>
            <a:endParaRPr sz="2600" dirty="0">
              <a:solidFill>
                <a:srgbClr val="38434F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4C391B-E9B5-4F56-C9C2-91519D890E13}"/>
              </a:ext>
            </a:extLst>
          </p:cNvPr>
          <p:cNvSpPr txBox="1"/>
          <p:nvPr/>
        </p:nvSpPr>
        <p:spPr>
          <a:xfrm>
            <a:off x="630244" y="1001832"/>
            <a:ext cx="4377098" cy="2430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Most teams manage fatigue</a:t>
            </a:r>
            <a:endParaRPr lang="en-IE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Team dependent</a:t>
            </a:r>
            <a:endParaRPr lang="en-IE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4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endParaRPr lang="en-IE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3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E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E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E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E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670BDF-3D5A-D256-A708-C6CC05E21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0643" y="857400"/>
            <a:ext cx="5663357" cy="423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393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DA19F8-4F0F-C7C7-7AB3-EEF73A54C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188" y="333375"/>
            <a:ext cx="59245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255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11A4D61-4805-0FD6-DDB1-F8C4CB896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7" title="Key Art - Research.jpg">
            <a:extLst>
              <a:ext uri="{FF2B5EF4-FFF2-40B4-BE49-F238E27FC236}">
                <a16:creationId xmlns:a16="http://schemas.microsoft.com/office/drawing/2014/main" id="{3501EE97-D08B-1E57-8671-BCB00877C5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-40074"/>
            <a:ext cx="914401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 title="Performance Insights 25 - Logo Lock-up - Reversed - Fromerly the.png">
            <a:extLst>
              <a:ext uri="{FF2B5EF4-FFF2-40B4-BE49-F238E27FC236}">
                <a16:creationId xmlns:a16="http://schemas.microsoft.com/office/drawing/2014/main" id="{CEE2F59C-1518-8936-348F-66E677C58E9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8000" y="3909368"/>
            <a:ext cx="1828801" cy="77694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>
            <a:extLst>
              <a:ext uri="{FF2B5EF4-FFF2-40B4-BE49-F238E27FC236}">
                <a16:creationId xmlns:a16="http://schemas.microsoft.com/office/drawing/2014/main" id="{66D02C3A-6CA5-37CB-E145-EA86DE46734B}"/>
              </a:ext>
            </a:extLst>
          </p:cNvPr>
          <p:cNvSpPr txBox="1"/>
          <p:nvPr/>
        </p:nvSpPr>
        <p:spPr>
          <a:xfrm>
            <a:off x="446271" y="497273"/>
            <a:ext cx="43788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E" sz="3200" b="1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Does Fatigue Effect Performance?</a:t>
            </a:r>
            <a:endParaRPr sz="3200" b="1" dirty="0">
              <a:solidFill>
                <a:srgbClr val="FF6300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 b="1" dirty="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820741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2A68F7A9-F3B2-E4E1-0A55-E9B052EDF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>
            <a:extLst>
              <a:ext uri="{FF2B5EF4-FFF2-40B4-BE49-F238E27FC236}">
                <a16:creationId xmlns:a16="http://schemas.microsoft.com/office/drawing/2014/main" id="{B9303201-506B-84E5-4EAA-E364EC87F7C1}"/>
              </a:ext>
            </a:extLst>
          </p:cNvPr>
          <p:cNvSpPr txBox="1"/>
          <p:nvPr/>
        </p:nvSpPr>
        <p:spPr>
          <a:xfrm>
            <a:off x="457200" y="457200"/>
            <a:ext cx="58080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rgbClr val="38434F"/>
                </a:solidFill>
                <a:latin typeface="Barlow Medium"/>
                <a:ea typeface="Barlow Medium"/>
                <a:cs typeface="Barlow Medium"/>
                <a:sym typeface="Barlow Medium"/>
              </a:rPr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C6248E-1B91-0456-9F14-C7528846DB57}"/>
              </a:ext>
            </a:extLst>
          </p:cNvPr>
          <p:cNvSpPr txBox="1"/>
          <p:nvPr/>
        </p:nvSpPr>
        <p:spPr>
          <a:xfrm>
            <a:off x="3524630" y="1111605"/>
            <a:ext cx="4572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Barlow" panose="00000500000000000000" pitchFamily="2" charset="0"/>
              </a:rPr>
              <a:t>Shot Volume (Team Level)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latin typeface="Barlow" panose="00000500000000000000" pitchFamily="2" charset="0"/>
              </a:rPr>
              <a:t>1 unit of ACWR = -1 shot per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Significant (p &lt; 0.05) but weak relationship (R² = 0.12)</a:t>
            </a:r>
          </a:p>
          <a:p>
            <a:endParaRPr lang="en-US" b="1" dirty="0">
              <a:latin typeface="Barlow" panose="00000500000000000000" pitchFamily="2" charset="0"/>
            </a:endParaRPr>
          </a:p>
          <a:p>
            <a:endParaRPr lang="en-US" b="1" dirty="0">
              <a:latin typeface="Barlow" panose="00000500000000000000" pitchFamily="2" charset="0"/>
            </a:endParaRPr>
          </a:p>
          <a:p>
            <a:r>
              <a:rPr lang="en-US" b="1" dirty="0">
                <a:latin typeface="Barlow" panose="00000500000000000000" pitchFamily="2" charset="0"/>
              </a:rPr>
              <a:t>Shot Quality (</a:t>
            </a:r>
            <a:r>
              <a:rPr lang="en-US" b="1" dirty="0" err="1">
                <a:latin typeface="Barlow" panose="00000500000000000000" pitchFamily="2" charset="0"/>
              </a:rPr>
              <a:t>xG</a:t>
            </a:r>
            <a:r>
              <a:rPr lang="en-US" b="1" dirty="0">
                <a:latin typeface="Barlow" panose="00000500000000000000" pitchFamily="2" charset="0"/>
              </a:rPr>
              <a:t>)</a:t>
            </a:r>
          </a:p>
          <a:p>
            <a:r>
              <a:rPr lang="en-US" b="1" i="1" dirty="0">
                <a:latin typeface="Barlow" panose="00000500000000000000" pitchFamily="2" charset="0"/>
              </a:rPr>
              <a:t>Team Level: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latin typeface="Barlow" panose="00000500000000000000" pitchFamily="2" charset="0"/>
              </a:rPr>
              <a:t>1 unit of ACWR = -0.001 </a:t>
            </a:r>
            <a:r>
              <a:rPr lang="en-US" i="1" dirty="0" err="1">
                <a:latin typeface="Barlow" panose="00000500000000000000" pitchFamily="2" charset="0"/>
              </a:rPr>
              <a:t>xG</a:t>
            </a:r>
            <a:r>
              <a:rPr lang="en-US" i="1" dirty="0">
                <a:latin typeface="Barlow" panose="00000500000000000000" pitchFamily="2" charset="0"/>
              </a:rPr>
              <a:t> per shot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Not Significant (p = 0.1) and weak relationship </a:t>
            </a:r>
          </a:p>
          <a:p>
            <a:r>
              <a:rPr lang="en-US" i="1"/>
              <a:t>      (</a:t>
            </a:r>
            <a:r>
              <a:rPr lang="en-US" i="1" dirty="0"/>
              <a:t>R² = 0.007)</a:t>
            </a:r>
          </a:p>
          <a:p>
            <a:r>
              <a:rPr lang="en-US" b="1" i="1" dirty="0">
                <a:latin typeface="Barlow" panose="00000500000000000000" pitchFamily="2" charset="0"/>
              </a:rPr>
              <a:t>Shooter Level: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rlow" panose="00000500000000000000" pitchFamily="2" charset="0"/>
              </a:rPr>
              <a:t>No link.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arlow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arlow" panose="00000500000000000000" pitchFamily="2" charset="0"/>
            </a:endParaRPr>
          </a:p>
          <a:p>
            <a:r>
              <a:rPr lang="en-US" b="1" dirty="0">
                <a:latin typeface="Barlow" panose="00000500000000000000" pitchFamily="2" charset="0"/>
              </a:rPr>
              <a:t>Shot Conversion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rlow" panose="00000500000000000000" pitchFamily="2" charset="0"/>
              </a:rPr>
              <a:t>No Link</a:t>
            </a:r>
          </a:p>
          <a:p>
            <a:r>
              <a:rPr lang="en-US" dirty="0">
                <a:latin typeface="Barlow" panose="00000500000000000000" pitchFamily="2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572407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02E1E221-B251-0CA5-550D-416635661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4A42EF9C-EEEF-5A70-DBC3-B1FD4D276B22}"/>
              </a:ext>
            </a:extLst>
          </p:cNvPr>
          <p:cNvSpPr txBox="1"/>
          <p:nvPr/>
        </p:nvSpPr>
        <p:spPr>
          <a:xfrm>
            <a:off x="6748580" y="457200"/>
            <a:ext cx="2057400" cy="14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Results show a minor link between team fatigue and Shot Volume.</a:t>
            </a:r>
            <a:endParaRPr sz="1000" dirty="0">
              <a:solidFill>
                <a:srgbClr val="4E5D6C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182880" lvl="0" indent="-109219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E5D6C"/>
              </a:buClr>
              <a:buSzPts val="1000"/>
              <a:buFont typeface="Barlow"/>
              <a:buChar char="●"/>
            </a:pPr>
            <a:r>
              <a:rPr lang="en-IE" sz="1000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Significant (p&lt;0.05) but minor negative relationship (R</a:t>
            </a:r>
            <a:r>
              <a:rPr lang="en-IE" sz="800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2 </a:t>
            </a:r>
            <a:r>
              <a:rPr lang="en-IE" sz="1000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= 0.12) </a:t>
            </a:r>
            <a:endParaRPr sz="800" dirty="0">
              <a:solidFill>
                <a:srgbClr val="4E5D6C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182880" lvl="0" indent="-109219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E5D6C"/>
              </a:buClr>
              <a:buSzPts val="1000"/>
              <a:buFont typeface="Barlow"/>
              <a:buChar char="●"/>
            </a:pPr>
            <a:r>
              <a:rPr lang="en-IE" sz="1000" dirty="0">
                <a:solidFill>
                  <a:srgbClr val="4E5D6C"/>
                </a:solidFill>
                <a:latin typeface="Barlow"/>
                <a:ea typeface="Barlow"/>
                <a:cs typeface="Barlow"/>
                <a:sym typeface="Barlow"/>
              </a:rPr>
              <a:t>Average reduction of 1 shot per game in move from No to Low to High fatigue </a:t>
            </a:r>
            <a:endParaRPr sz="1000" dirty="0">
              <a:solidFill>
                <a:srgbClr val="4E5D6C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51D8D966-7AA1-9912-7BF3-2F046E287D74}"/>
              </a:ext>
            </a:extLst>
          </p:cNvPr>
          <p:cNvSpPr txBox="1"/>
          <p:nvPr/>
        </p:nvSpPr>
        <p:spPr>
          <a:xfrm>
            <a:off x="457200" y="457200"/>
            <a:ext cx="365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38434F"/>
                </a:solidFill>
                <a:latin typeface="Barlow Medium"/>
                <a:ea typeface="Barlow Medium"/>
                <a:cs typeface="Barlow Medium"/>
                <a:sym typeface="Barlow Medium"/>
              </a:rPr>
              <a:t>Slide Title (don’t move)</a:t>
            </a:r>
            <a:endParaRPr sz="2600">
              <a:solidFill>
                <a:srgbClr val="38434F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CAF11A-21FF-532A-FD53-4294FA4DF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24650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773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/>
          <p:nvPr/>
        </p:nvSpPr>
        <p:spPr>
          <a:xfrm>
            <a:off x="1828800" y="844363"/>
            <a:ext cx="5486400" cy="3088800"/>
          </a:xfrm>
          <a:prstGeom prst="rect">
            <a:avLst/>
          </a:prstGeom>
          <a:solidFill>
            <a:srgbClr val="232A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32A31"/>
              </a:solidFill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3070650" y="2106313"/>
            <a:ext cx="3002700" cy="7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6300"/>
                </a:solidFill>
                <a:latin typeface="Barlow"/>
                <a:ea typeface="Barlow"/>
                <a:cs typeface="Barlow"/>
                <a:sym typeface="Barlow"/>
              </a:rPr>
              <a:t>If using video: </a:t>
            </a:r>
            <a:endParaRPr sz="1800" b="1">
              <a:solidFill>
                <a:srgbClr val="FF6300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Embed these into your slides.</a:t>
            </a:r>
            <a:endParaRPr sz="1800" b="1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Avoid links to playing online.</a:t>
            </a:r>
            <a:endParaRPr sz="1800" b="1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14" name="Google Shape;114;p16" title="Performance Insights 25 - Logo Lock-up - Reversed - Home of th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803" y="4161763"/>
            <a:ext cx="1828803" cy="13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043BAC-7B71-998D-B899-D0D84DD7D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033" y="331516"/>
            <a:ext cx="7726140" cy="362877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EA108BE3-30C8-5EF9-ADE3-23B2C655B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>
            <a:extLst>
              <a:ext uri="{FF2B5EF4-FFF2-40B4-BE49-F238E27FC236}">
                <a16:creationId xmlns:a16="http://schemas.microsoft.com/office/drawing/2014/main" id="{60ECFADF-ECED-C7F3-D6E5-211077FF7842}"/>
              </a:ext>
            </a:extLst>
          </p:cNvPr>
          <p:cNvSpPr txBox="1"/>
          <p:nvPr/>
        </p:nvSpPr>
        <p:spPr>
          <a:xfrm>
            <a:off x="457200" y="457200"/>
            <a:ext cx="58080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rgbClr val="38434F"/>
                </a:solidFill>
                <a:latin typeface="Barlow Medium"/>
                <a:ea typeface="Barlow Medium"/>
                <a:cs typeface="Barlow Medium"/>
                <a:sym typeface="Barlow Medium"/>
              </a:rPr>
              <a:t>Context &amp; Limitations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4BD3CA-761A-5AFD-1802-9F057B13FF51}"/>
              </a:ext>
            </a:extLst>
          </p:cNvPr>
          <p:cNvSpPr txBox="1"/>
          <p:nvPr/>
        </p:nvSpPr>
        <p:spPr>
          <a:xfrm>
            <a:off x="3524630" y="1111605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rlow" panose="00000500000000000000" pitchFamily="2" charset="0"/>
              </a:rPr>
              <a:t>Match data only: no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rlow" panose="00000500000000000000" pitchFamily="2" charset="0"/>
              </a:rPr>
              <a:t>Substitutions limit impact of fatigue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rlow" panose="00000500000000000000" pitchFamily="2" charset="0"/>
              </a:rPr>
              <a:t>Physical metrics are influenced by tactics and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rlow" panose="00000500000000000000" pitchFamily="2" charset="0"/>
              </a:rPr>
              <a:t>Limited to elite football.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rlow" panose="00000500000000000000" pitchFamily="2" charset="0"/>
              </a:rPr>
              <a:t>Does not capture the mental element of fatigue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rlow" panose="00000500000000000000" pitchFamily="2" charset="0"/>
              </a:rPr>
              <a:t>Estimated data for some matches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rlow" panose="00000500000000000000" pitchFamily="2" charset="0"/>
              </a:rPr>
              <a:t>Scope is limited to league matches, excluding high-fatigue scenarios like extra time</a:t>
            </a:r>
          </a:p>
        </p:txBody>
      </p:sp>
    </p:spTree>
    <p:extLst>
      <p:ext uri="{BB962C8B-B14F-4D97-AF65-F5344CB8AC3E}">
        <p14:creationId xmlns:p14="http://schemas.microsoft.com/office/powerpoint/2010/main" val="2236414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F44F4DDB-1CA0-FB73-698F-ECA310ABC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>
            <a:extLst>
              <a:ext uri="{FF2B5EF4-FFF2-40B4-BE49-F238E27FC236}">
                <a16:creationId xmlns:a16="http://schemas.microsoft.com/office/drawing/2014/main" id="{E058A8D8-5AD2-E3AC-78B9-7DF23050D2A1}"/>
              </a:ext>
            </a:extLst>
          </p:cNvPr>
          <p:cNvSpPr txBox="1"/>
          <p:nvPr/>
        </p:nvSpPr>
        <p:spPr>
          <a:xfrm>
            <a:off x="620630" y="442210"/>
            <a:ext cx="58080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rgbClr val="38434F"/>
                </a:solidFill>
                <a:latin typeface="Barlow Medium"/>
                <a:ea typeface="Barlow Medium"/>
                <a:cs typeface="Barlow Medium"/>
                <a:sym typeface="Barlow Medium"/>
              </a:rPr>
              <a:t>Conclusions &amp; Future 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070818-D16D-BD0B-D47B-AAA57F2FEAAA}"/>
              </a:ext>
            </a:extLst>
          </p:cNvPr>
          <p:cNvSpPr txBox="1"/>
          <p:nvPr/>
        </p:nvSpPr>
        <p:spPr>
          <a:xfrm>
            <a:off x="3524630" y="1111605"/>
            <a:ext cx="4572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latin typeface="Barlow" panose="00000500000000000000" pitchFamily="2" charset="0"/>
              </a:rPr>
              <a:t>The “Fatigue Penalty” on shooting in elite football is </a:t>
            </a:r>
            <a:r>
              <a:rPr lang="en-US" i="1" dirty="0">
                <a:latin typeface="Barlow" panose="00000500000000000000" pitchFamily="2" charset="0"/>
              </a:rPr>
              <a:t>minimal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latin typeface="Barlow" panose="00000500000000000000" pitchFamily="2" charset="0"/>
              </a:rPr>
              <a:t> Fatigue has only a minor detectable impact on shot volume and quality at elite level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latin typeface="Barlow" panose="00000500000000000000" pitchFamily="2" charset="0"/>
              </a:rPr>
              <a:t>Effect is tactical rather than technical.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latin typeface="Barlow" panose="00000500000000000000" pitchFamily="2" charset="0"/>
              </a:rPr>
              <a:t>Team-level workload associations stronger than shooter-level effects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latin typeface="Barlow" panose="00000500000000000000" pitchFamily="2" charset="0"/>
              </a:rPr>
              <a:t>Workload management practices likely mitigate most observable fatigue impacts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latin typeface="Barlow" panose="00000500000000000000" pitchFamily="2" charset="0"/>
              </a:rPr>
              <a:t>Fatigue link with chance creation metrics?</a:t>
            </a:r>
          </a:p>
        </p:txBody>
      </p:sp>
    </p:spTree>
    <p:extLst>
      <p:ext uri="{BB962C8B-B14F-4D97-AF65-F5344CB8AC3E}">
        <p14:creationId xmlns:p14="http://schemas.microsoft.com/office/powerpoint/2010/main" val="584335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8" title="Key Art - Research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-9" y="0"/>
            <a:ext cx="914401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 txBox="1"/>
          <p:nvPr/>
        </p:nvSpPr>
        <p:spPr>
          <a:xfrm>
            <a:off x="655745" y="1834264"/>
            <a:ext cx="2867063" cy="31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" sz="1800" dirty="0">
                <a:solidFill>
                  <a:srgbClr val="FF6300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@</a:t>
            </a:r>
            <a:r>
              <a:rPr lang="en-IE" sz="1800" dirty="0" err="1">
                <a:solidFill>
                  <a:srgbClr val="CC3300"/>
                </a:solidFill>
              </a:rPr>
              <a:t>conorbmalone.bsky.social</a:t>
            </a:r>
            <a:endParaRPr lang="en-IE" sz="1800" dirty="0">
              <a:solidFill>
                <a:srgbClr val="CC3300"/>
              </a:solidFill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457200" y="810600"/>
            <a:ext cx="4869900" cy="8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800">
                <a:solidFill>
                  <a:srgbClr val="FFFFFF"/>
                </a:solidFill>
                <a:latin typeface="Barlow ExtraLight"/>
                <a:ea typeface="Barlow ExtraLight"/>
                <a:cs typeface="Barlow ExtraLight"/>
                <a:sym typeface="Barlow ExtraLight"/>
              </a:rPr>
              <a:t>Thank you.</a:t>
            </a:r>
            <a:endParaRPr sz="6800">
              <a:solidFill>
                <a:srgbClr val="FFFFFF"/>
              </a:solidFill>
              <a:latin typeface="Barlow ExtraLight"/>
              <a:ea typeface="Barlow ExtraLight"/>
              <a:cs typeface="Barlow ExtraLight"/>
              <a:sym typeface="Barlow ExtraLight"/>
            </a:endParaRPr>
          </a:p>
        </p:txBody>
      </p:sp>
      <p:pic>
        <p:nvPicPr>
          <p:cNvPr id="129" name="Google Shape;129;p18" title="Performance Insights 25 - Logo Lock-up - Reversed - Fromerly th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3909368"/>
            <a:ext cx="1828801" cy="776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PI25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3405</TotalTime>
  <Words>788</Words>
  <Application>Microsoft Office PowerPoint</Application>
  <PresentationFormat>On-screen Show (16:9)</PresentationFormat>
  <Paragraphs>143</Paragraphs>
  <Slides>22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Barlow Condensed Medium</vt:lpstr>
      <vt:lpstr>Barlow</vt:lpstr>
      <vt:lpstr>Barlow ExtraLight</vt:lpstr>
      <vt:lpstr>Symbol</vt:lpstr>
      <vt:lpstr>Aptos</vt:lpstr>
      <vt:lpstr>Arial</vt:lpstr>
      <vt:lpstr>Barlow Medium</vt:lpstr>
      <vt:lpstr>Barlow Condensed ExtraBold</vt:lpstr>
      <vt:lpstr>Aptos Narrow</vt:lpstr>
      <vt:lpstr>HPI25</vt:lpstr>
      <vt:lpstr>Microsoft Word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Conor Malone</cp:lastModifiedBy>
  <cp:revision>1</cp:revision>
  <dcterms:modified xsi:type="dcterms:W3CDTF">2025-10-24T10:26:03Z</dcterms:modified>
</cp:coreProperties>
</file>